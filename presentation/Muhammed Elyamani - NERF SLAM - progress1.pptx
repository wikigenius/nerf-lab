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1" r:id="rId2"/>
    <p:sldId id="341" r:id="rId3"/>
    <p:sldId id="350" r:id="rId4"/>
    <p:sldId id="349" r:id="rId5"/>
    <p:sldId id="342" r:id="rId6"/>
    <p:sldId id="343" r:id="rId7"/>
    <p:sldId id="354" r:id="rId8"/>
    <p:sldId id="351" r:id="rId9"/>
    <p:sldId id="352" r:id="rId10"/>
    <p:sldId id="353" r:id="rId11"/>
    <p:sldId id="344" r:id="rId12"/>
    <p:sldId id="345" r:id="rId13"/>
    <p:sldId id="346" r:id="rId14"/>
    <p:sldId id="313" r:id="rId15"/>
    <p:sldId id="348" r:id="rId16"/>
    <p:sldId id="315" r:id="rId17"/>
    <p:sldId id="30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200"/>
    <a:srgbClr val="B17B0F"/>
    <a:srgbClr val="666666"/>
    <a:srgbClr val="1E90FF"/>
    <a:srgbClr val="808080"/>
    <a:srgbClr val="008080"/>
    <a:srgbClr val="8FBC8F"/>
    <a:srgbClr val="4D4D4D"/>
    <a:srgbClr val="3D9B25"/>
    <a:srgbClr val="2C7A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53AD76-1562-484B-9533-7FE5901540EA}" v="81" dt="2026-04-14T13:43:07.476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88B1F-5146-4BB5-ADF4-D0980DDD440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9DFC0-7AA9-4B15-BAC6-7D859F7DD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09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16B11-067B-9702-60CD-69ED29BB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B1480-098A-59E7-4678-5C69F3966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5AB37-2F4E-92C7-5A4B-84A6E23AE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3E4BE-0B75-519E-BD41-826A874F3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9DFC0-7AA9-4B15-BAC6-7D859F7DDA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28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E3DE-70C4-C2B4-6A17-671D98E8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BCE8C-7480-2029-B7C3-0282F616C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FB921-7584-5CD5-37C3-C0DB9589B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4AF7E-ECE6-9443-811D-CB11A9068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9DFC0-7AA9-4B15-BAC6-7D859F7DDA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38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20BBB-8194-4720-3F78-7E493298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FF5D6-1B4B-6B41-7093-07C9C910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705E1-155B-F000-685D-C9AE24C36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BDCE7-897F-4054-F278-D09B68F59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9DFC0-7AA9-4B15-BAC6-7D859F7DDA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37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88E47-222E-13CA-2759-76E784F7D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268B9-7160-908C-0ABD-E17A68FA2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157C8-56C7-AB55-A1B9-05AC2F39A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7C7ED-06FC-BE94-DA99-8F4CE6498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9DFC0-7AA9-4B15-BAC6-7D859F7DDA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02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381B-98C9-A6D8-7F68-3839969DC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654EE-7A1D-3C96-3CAC-9C870C454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9D69C-2726-59C0-2525-891F387B1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F4894-B2EB-D0A8-4124-334FFBB43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9DFC0-7AA9-4B15-BAC6-7D859F7DDA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40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B92F1-B7BB-B14A-490E-322B4A73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9D9BD-9DEF-176F-C98A-C0D107564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507FA-79FE-4BA6-96DF-259AD5994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17F3A-7611-0813-BB1B-4B412B8D4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9DFC0-7AA9-4B15-BAC6-7D859F7DDA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8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F909-B0EB-A4BE-7CE2-F44DCD8BC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94A76-BC47-A7E9-D6C8-8304628D4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77782-5628-28EF-B4C2-5EA15AAA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58580-A37F-AC80-D2CF-480390BC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98916-F19D-5991-BEE8-05D2AFD3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9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693C-88D7-297E-CE82-275EF1E4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DFF76-332F-A5BD-F91A-9FF00FFD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78B8E-B5A2-A56D-10AE-203E4E75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449F-92BD-515D-8A5C-6563CE1B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3E316-EA15-2A43-AB99-CFA0B8BE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45B1-2705-2759-E260-798DCE63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843B0-19AA-BC7A-F3AC-50E1799F4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90DF-29DC-206F-5E71-E400BE8AC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EFFE3-D0AE-3270-B472-C72C58B3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8D064-82D4-D5BC-5C9C-BD155540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6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4D59-3522-1E14-1D99-543C0344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13B8F-6088-1894-A082-F89A5B4F0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22F1C-6286-0FCC-7418-CAF708412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0C078-1FFC-62C3-0AE2-1E61B8C6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70AE4-32B6-D2B7-C681-54DA494C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938D3-E189-7361-2C8A-476218BB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1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CCF6B-338D-E6BE-0E9B-D7C9BE10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B2F8B-66FC-05A1-4535-E8F8DC594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8E68F-324E-7208-F694-A3C43BEE5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2742A-87A8-B41F-6C64-6AAC019AC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CF3EC-FDCF-9972-5318-E1EA45FC5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499F8-3D4E-3D3B-2F14-8F1E59EE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A6745-2599-7C03-F4D1-0096940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91F28F-3A89-A120-B25D-877A8A54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6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F50E-0FAD-FCEE-3003-FE014379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9DABF-8009-61BF-8920-2D019DAC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604C5-53D3-5BD7-40B7-7069B00D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B930F-B35F-9C74-132A-3F056B3F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1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F1F0B-9FC9-BC7F-A035-DF1618AC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60DD8-3E3F-D234-3388-044BB062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279C9-C749-1AAE-C3EE-D5248B92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4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5BDC-893F-784D-4680-99DEB8A2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38C7-6BCA-1DDE-FFEB-60814CA47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B840A-5270-DF90-E53A-B42B0CD77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FFF49-71D3-6C83-57AE-58C061FB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16C7C-10D5-5222-7F73-23F6A320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49926-AB83-54F1-19F7-48C4ADCD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40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D28E-F500-8B91-2A45-C0808629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DF3A1-92B0-7E28-0943-4F2153BDD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4AA6A-D4FB-17FF-64B7-65FEE451A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B0C20-A9BE-4331-103D-58C5FAE8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66ABE-1920-8EC1-B067-9BC194843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2C6AF-6EF5-91F0-D39F-5DE3DE00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2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978C-54D6-C63D-8F01-3EBF88F0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2C735-F9A1-610E-684E-3C65364B6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2D90-7265-CFD3-60AE-EA684EAA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ECEF1-E919-5324-E455-00C3984A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34F5B-5906-8355-D483-C9B194F5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8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C7F25-C607-65E5-D2BD-E4C0CBC9F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FDDA0-4304-904B-FB30-9D64E6999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F80C3-462A-4272-9035-18D24A8A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F6A0A-E558-8822-D1C7-134C6A9B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1DC1A-C7EE-51A8-5015-0A5E203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89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C39A-79F2-403E-BCCD-765ABE432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5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A4E02-8F42-3170-C891-53797A5CC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F5A03-7B42-A717-4D92-5B48787CA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18AB-7EE5-03D6-79C8-BD04FA0B4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953A3-9B6A-499B-8D55-9FA6124E3FF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3B755-02B7-77F4-497F-81EF3C331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D85A-3640-8B6B-260A-9ECFC29AE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85FF2-F92A-4BAE-B659-7447615E5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9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F27E387-C0F4-439D-A6D1-EEDE54748DCB}"/>
              </a:ext>
            </a:extLst>
          </p:cNvPr>
          <p:cNvSpPr/>
          <p:nvPr/>
        </p:nvSpPr>
        <p:spPr>
          <a:xfrm>
            <a:off x="4422156" y="0"/>
            <a:ext cx="7769844" cy="6858000"/>
          </a:xfrm>
          <a:custGeom>
            <a:avLst/>
            <a:gdLst>
              <a:gd name="connsiteX0" fmla="*/ 621141 w 7814460"/>
              <a:gd name="connsiteY0" fmla="*/ 0 h 6858000"/>
              <a:gd name="connsiteX1" fmla="*/ 1819024 w 7814460"/>
              <a:gd name="connsiteY1" fmla="*/ 0 h 6858000"/>
              <a:gd name="connsiteX2" fmla="*/ 3425981 w 7814460"/>
              <a:gd name="connsiteY2" fmla="*/ 0 h 6858000"/>
              <a:gd name="connsiteX3" fmla="*/ 7814460 w 7814460"/>
              <a:gd name="connsiteY3" fmla="*/ 0 h 6858000"/>
              <a:gd name="connsiteX4" fmla="*/ 7814460 w 7814460"/>
              <a:gd name="connsiteY4" fmla="*/ 6858000 h 6858000"/>
              <a:gd name="connsiteX5" fmla="*/ 607320 w 7814460"/>
              <a:gd name="connsiteY5" fmla="*/ 6858000 h 6858000"/>
              <a:gd name="connsiteX6" fmla="*/ 2496325 w 7814460"/>
              <a:gd name="connsiteY6" fmla="*/ 4968996 h 6858000"/>
              <a:gd name="connsiteX7" fmla="*/ 2496325 w 7814460"/>
              <a:gd name="connsiteY7" fmla="*/ 4556740 h 6858000"/>
              <a:gd name="connsiteX8" fmla="*/ 2416943 w 7814460"/>
              <a:gd name="connsiteY8" fmla="*/ 4477357 h 6858000"/>
              <a:gd name="connsiteX9" fmla="*/ 2416375 w 7814460"/>
              <a:gd name="connsiteY9" fmla="*/ 4476894 h 6858000"/>
              <a:gd name="connsiteX10" fmla="*/ 85380 w 7814460"/>
              <a:gd name="connsiteY10" fmla="*/ 2145900 h 6858000"/>
              <a:gd name="connsiteX11" fmla="*/ 85380 w 7814460"/>
              <a:gd name="connsiteY11" fmla="*/ 1733644 h 6858000"/>
              <a:gd name="connsiteX12" fmla="*/ 540689 w 7814460"/>
              <a:gd name="connsiteY12" fmla="*/ 1278335 h 6858000"/>
              <a:gd name="connsiteX13" fmla="*/ 540689 w 7814460"/>
              <a:gd name="connsiteY13" fmla="*/ 1274397 h 6858000"/>
              <a:gd name="connsiteX14" fmla="*/ 1011986 w 7814460"/>
              <a:gd name="connsiteY14" fmla="*/ 803101 h 6858000"/>
              <a:gd name="connsiteX15" fmla="*/ 1011986 w 7814460"/>
              <a:gd name="connsiteY15" fmla="*/ 3908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814460" h="6858000">
                <a:moveTo>
                  <a:pt x="621141" y="0"/>
                </a:moveTo>
                <a:lnTo>
                  <a:pt x="1819024" y="0"/>
                </a:lnTo>
                <a:lnTo>
                  <a:pt x="3425981" y="0"/>
                </a:lnTo>
                <a:lnTo>
                  <a:pt x="7814460" y="0"/>
                </a:lnTo>
                <a:lnTo>
                  <a:pt x="7814460" y="6858000"/>
                </a:lnTo>
                <a:lnTo>
                  <a:pt x="607320" y="6858000"/>
                </a:lnTo>
                <a:lnTo>
                  <a:pt x="2496325" y="4968996"/>
                </a:lnTo>
                <a:cubicBezTo>
                  <a:pt x="2610166" y="4855154"/>
                  <a:pt x="2610166" y="4670581"/>
                  <a:pt x="2496325" y="4556740"/>
                </a:cubicBezTo>
                <a:lnTo>
                  <a:pt x="2416943" y="4477357"/>
                </a:lnTo>
                <a:lnTo>
                  <a:pt x="2416375" y="4476894"/>
                </a:lnTo>
                <a:lnTo>
                  <a:pt x="85380" y="2145900"/>
                </a:lnTo>
                <a:cubicBezTo>
                  <a:pt x="-28461" y="2032058"/>
                  <a:pt x="-28461" y="1847485"/>
                  <a:pt x="85380" y="1733644"/>
                </a:cubicBezTo>
                <a:lnTo>
                  <a:pt x="540689" y="1278335"/>
                </a:lnTo>
                <a:lnTo>
                  <a:pt x="540689" y="1274397"/>
                </a:lnTo>
                <a:lnTo>
                  <a:pt x="1011986" y="803101"/>
                </a:lnTo>
                <a:cubicBezTo>
                  <a:pt x="1125827" y="689259"/>
                  <a:pt x="1125827" y="504686"/>
                  <a:pt x="1011986" y="390845"/>
                </a:cubicBezTo>
                <a:close/>
              </a:path>
            </a:pathLst>
          </a:custGeom>
          <a:gradFill>
            <a:gsLst>
              <a:gs pos="1128">
                <a:srgbClr val="3D9B25">
                  <a:lumMod val="85000"/>
                </a:srgbClr>
              </a:gs>
              <a:gs pos="7900">
                <a:srgbClr val="2E7D74">
                  <a:lumMod val="73000"/>
                </a:srgbClr>
              </a:gs>
              <a:gs pos="100000">
                <a:schemeClr val="accent6">
                  <a:satMod val="120000"/>
                  <a:shade val="78000"/>
                  <a:lumMod val="85000"/>
                </a:schemeClr>
              </a:gs>
            </a:gsLst>
          </a:gradFill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943978-89A1-49D6-B1A6-879A96038FF4}"/>
              </a:ext>
            </a:extLst>
          </p:cNvPr>
          <p:cNvGrpSpPr/>
          <p:nvPr/>
        </p:nvGrpSpPr>
        <p:grpSpPr>
          <a:xfrm>
            <a:off x="4267381" y="273032"/>
            <a:ext cx="8689167" cy="6413731"/>
            <a:chOff x="4294430" y="501632"/>
            <a:chExt cx="8689167" cy="6413731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84A25F1-3B4C-4263-8AA0-CD688B4B1DA6}"/>
                </a:ext>
              </a:extLst>
            </p:cNvPr>
            <p:cNvSpPr txBox="1"/>
            <p:nvPr/>
          </p:nvSpPr>
          <p:spPr>
            <a:xfrm>
              <a:off x="4294430" y="1934818"/>
              <a:ext cx="802127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dirty="0">
                  <a:solidFill>
                    <a:schemeClr val="bg1"/>
                  </a:solidFill>
                </a:rPr>
                <a:t>From </a:t>
              </a:r>
              <a:r>
                <a:rPr lang="en-US" sz="2600" dirty="0" err="1">
                  <a:solidFill>
                    <a:schemeClr val="bg1"/>
                  </a:solidFill>
                </a:rPr>
                <a:t>NeRF</a:t>
              </a:r>
              <a:r>
                <a:rPr lang="en-US" sz="2600" dirty="0">
                  <a:solidFill>
                    <a:schemeClr val="bg1"/>
                  </a:solidFill>
                </a:rPr>
                <a:t> to </a:t>
              </a:r>
              <a:r>
                <a:rPr lang="en-US" sz="2600" dirty="0" err="1">
                  <a:solidFill>
                    <a:schemeClr val="bg1"/>
                  </a:solidFill>
                </a:rPr>
                <a:t>NeRF</a:t>
              </a:r>
              <a:r>
                <a:rPr lang="en-US" sz="2600" dirty="0">
                  <a:solidFill>
                    <a:schemeClr val="bg1"/>
                  </a:solidFill>
                </a:rPr>
                <a:t>-SLAM: Current Progress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Course Project Progress Presentation — EE656: Robotics &amp; Control</a:t>
              </a:r>
              <a:endParaRPr lang="en-I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38B0C8D-9158-48A9-8582-28D6B083BE9F}"/>
                </a:ext>
              </a:extLst>
            </p:cNvPr>
            <p:cNvSpPr txBox="1"/>
            <p:nvPr/>
          </p:nvSpPr>
          <p:spPr>
            <a:xfrm>
              <a:off x="5539088" y="501632"/>
              <a:ext cx="744450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College of Engineering &amp; Physics</a:t>
              </a:r>
            </a:p>
            <a:p>
              <a:r>
                <a:rPr lang="en-US" sz="2000" dirty="0">
                  <a:solidFill>
                    <a:schemeClr val="bg1">
                      <a:lumMod val="9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Electrical Engineering Department</a:t>
              </a:r>
            </a:p>
            <a:p>
              <a:endParaRPr lang="en-US" sz="2000" dirty="0">
                <a:solidFill>
                  <a:schemeClr val="bg1">
                    <a:lumMod val="9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Instructor</a:t>
              </a:r>
              <a:r>
                <a: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: </a:t>
              </a:r>
              <a:r>
                <a:rPr lang="en-US" sz="2000" dirty="0">
                  <a:solidFill>
                    <a:schemeClr val="bg1"/>
                  </a:solidFill>
                </a:rPr>
                <a:t>Dr. Ali </a:t>
              </a:r>
              <a:r>
                <a:rPr lang="en-US" sz="2000" dirty="0" err="1">
                  <a:solidFill>
                    <a:schemeClr val="bg1"/>
                  </a:solidFill>
                </a:rPr>
                <a:t>AlBeladi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33A4BE6-82B7-48C6-A883-6826C28AD544}"/>
                </a:ext>
              </a:extLst>
            </p:cNvPr>
            <p:cNvSpPr txBox="1"/>
            <p:nvPr/>
          </p:nvSpPr>
          <p:spPr>
            <a:xfrm>
              <a:off x="6502387" y="6145922"/>
              <a:ext cx="530989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Muhammed Elyamani  </a:t>
              </a:r>
            </a:p>
            <a:p>
              <a:r>
                <a:rPr 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G202427600</a:t>
              </a:r>
              <a:r>
                <a:rPr 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 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3B2853D-E7E5-A4DD-057E-F42A5EA8AAA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3" r="23303"/>
          <a:stretch/>
        </p:blipFill>
        <p:spPr>
          <a:xfrm>
            <a:off x="2" y="48126"/>
            <a:ext cx="6475336" cy="6809874"/>
          </a:xfrm>
          <a:custGeom>
            <a:avLst/>
            <a:gdLst>
              <a:gd name="connsiteX0" fmla="*/ 2817444 w 6475336"/>
              <a:gd name="connsiteY0" fmla="*/ 6261611 h 6809874"/>
              <a:gd name="connsiteX1" fmla="*/ 3031554 w 6475336"/>
              <a:gd name="connsiteY1" fmla="*/ 6350298 h 6809874"/>
              <a:gd name="connsiteX2" fmla="*/ 3491130 w 6475336"/>
              <a:gd name="connsiteY2" fmla="*/ 6809874 h 6809874"/>
              <a:gd name="connsiteX3" fmla="*/ 2143759 w 6475336"/>
              <a:gd name="connsiteY3" fmla="*/ 6809874 h 6809874"/>
              <a:gd name="connsiteX4" fmla="*/ 2603334 w 6475336"/>
              <a:gd name="connsiteY4" fmla="*/ 6350298 h 6809874"/>
              <a:gd name="connsiteX5" fmla="*/ 2817444 w 6475336"/>
              <a:gd name="connsiteY5" fmla="*/ 6261611 h 6809874"/>
              <a:gd name="connsiteX6" fmla="*/ 4213737 w 6475336"/>
              <a:gd name="connsiteY6" fmla="*/ 4899613 h 6809874"/>
              <a:gd name="connsiteX7" fmla="*/ 4427847 w 6475336"/>
              <a:gd name="connsiteY7" fmla="*/ 4988300 h 6809874"/>
              <a:gd name="connsiteX8" fmla="*/ 5336726 w 6475336"/>
              <a:gd name="connsiteY8" fmla="*/ 5897180 h 6809874"/>
              <a:gd name="connsiteX9" fmla="*/ 5336726 w 6475336"/>
              <a:gd name="connsiteY9" fmla="*/ 6325399 h 6809874"/>
              <a:gd name="connsiteX10" fmla="*/ 4852252 w 6475336"/>
              <a:gd name="connsiteY10" fmla="*/ 6809874 h 6809874"/>
              <a:gd name="connsiteX11" fmla="*/ 3575222 w 6475336"/>
              <a:gd name="connsiteY11" fmla="*/ 6809874 h 6809874"/>
              <a:gd name="connsiteX12" fmla="*/ 3090747 w 6475336"/>
              <a:gd name="connsiteY12" fmla="*/ 6325399 h 6809874"/>
              <a:gd name="connsiteX13" fmla="*/ 3090747 w 6475336"/>
              <a:gd name="connsiteY13" fmla="*/ 5897180 h 6809874"/>
              <a:gd name="connsiteX14" fmla="*/ 3999627 w 6475336"/>
              <a:gd name="connsiteY14" fmla="*/ 4988300 h 6809874"/>
              <a:gd name="connsiteX15" fmla="*/ 4213737 w 6475336"/>
              <a:gd name="connsiteY15" fmla="*/ 4899613 h 6809874"/>
              <a:gd name="connsiteX16" fmla="*/ 1426103 w 6475336"/>
              <a:gd name="connsiteY16" fmla="*/ 4870269 h 6809874"/>
              <a:gd name="connsiteX17" fmla="*/ 1640212 w 6475336"/>
              <a:gd name="connsiteY17" fmla="*/ 4958957 h 6809874"/>
              <a:gd name="connsiteX18" fmla="*/ 2549091 w 6475336"/>
              <a:gd name="connsiteY18" fmla="*/ 5867836 h 6809874"/>
              <a:gd name="connsiteX19" fmla="*/ 2549091 w 6475336"/>
              <a:gd name="connsiteY19" fmla="*/ 6296055 h 6809874"/>
              <a:gd name="connsiteX20" fmla="*/ 2035273 w 6475336"/>
              <a:gd name="connsiteY20" fmla="*/ 6809874 h 6809874"/>
              <a:gd name="connsiteX21" fmla="*/ 816932 w 6475336"/>
              <a:gd name="connsiteY21" fmla="*/ 6809874 h 6809874"/>
              <a:gd name="connsiteX22" fmla="*/ 303114 w 6475336"/>
              <a:gd name="connsiteY22" fmla="*/ 6296055 h 6809874"/>
              <a:gd name="connsiteX23" fmla="*/ 303114 w 6475336"/>
              <a:gd name="connsiteY23" fmla="*/ 5867836 h 6809874"/>
              <a:gd name="connsiteX24" fmla="*/ 1211993 w 6475336"/>
              <a:gd name="connsiteY24" fmla="*/ 4958956 h 6809874"/>
              <a:gd name="connsiteX25" fmla="*/ 1426103 w 6475336"/>
              <a:gd name="connsiteY25" fmla="*/ 4870269 h 6809874"/>
              <a:gd name="connsiteX26" fmla="*/ 5585451 w 6475336"/>
              <a:gd name="connsiteY26" fmla="*/ 3508272 h 6809874"/>
              <a:gd name="connsiteX27" fmla="*/ 5799561 w 6475336"/>
              <a:gd name="connsiteY27" fmla="*/ 3596959 h 6809874"/>
              <a:gd name="connsiteX28" fmla="*/ 6475336 w 6475336"/>
              <a:gd name="connsiteY28" fmla="*/ 4272734 h 6809874"/>
              <a:gd name="connsiteX29" fmla="*/ 6475336 w 6475336"/>
              <a:gd name="connsiteY29" fmla="*/ 5167163 h 6809874"/>
              <a:gd name="connsiteX30" fmla="*/ 5799561 w 6475336"/>
              <a:gd name="connsiteY30" fmla="*/ 5842938 h 6809874"/>
              <a:gd name="connsiteX31" fmla="*/ 5371341 w 6475336"/>
              <a:gd name="connsiteY31" fmla="*/ 5842938 h 6809874"/>
              <a:gd name="connsiteX32" fmla="*/ 4462462 w 6475336"/>
              <a:gd name="connsiteY32" fmla="*/ 4934059 h 6809874"/>
              <a:gd name="connsiteX33" fmla="*/ 4462462 w 6475336"/>
              <a:gd name="connsiteY33" fmla="*/ 4505839 h 6809874"/>
              <a:gd name="connsiteX34" fmla="*/ 5371341 w 6475336"/>
              <a:gd name="connsiteY34" fmla="*/ 3596959 h 6809874"/>
              <a:gd name="connsiteX35" fmla="*/ 5585451 w 6475336"/>
              <a:gd name="connsiteY35" fmla="*/ 3508272 h 6809874"/>
              <a:gd name="connsiteX36" fmla="*/ 2822395 w 6475336"/>
              <a:gd name="connsiteY36" fmla="*/ 3508271 h 6809874"/>
              <a:gd name="connsiteX37" fmla="*/ 3036505 w 6475336"/>
              <a:gd name="connsiteY37" fmla="*/ 3596958 h 6809874"/>
              <a:gd name="connsiteX38" fmla="*/ 3945384 w 6475336"/>
              <a:gd name="connsiteY38" fmla="*/ 4505838 h 6809874"/>
              <a:gd name="connsiteX39" fmla="*/ 3945385 w 6475336"/>
              <a:gd name="connsiteY39" fmla="*/ 4934058 h 6809874"/>
              <a:gd name="connsiteX40" fmla="*/ 3036504 w 6475336"/>
              <a:gd name="connsiteY40" fmla="*/ 5842937 h 6809874"/>
              <a:gd name="connsiteX41" fmla="*/ 2608285 w 6475336"/>
              <a:gd name="connsiteY41" fmla="*/ 5842938 h 6809874"/>
              <a:gd name="connsiteX42" fmla="*/ 1699406 w 6475336"/>
              <a:gd name="connsiteY42" fmla="*/ 4934058 h 6809874"/>
              <a:gd name="connsiteX43" fmla="*/ 1699406 w 6475336"/>
              <a:gd name="connsiteY43" fmla="*/ 4505838 h 6809874"/>
              <a:gd name="connsiteX44" fmla="*/ 2608285 w 6475336"/>
              <a:gd name="connsiteY44" fmla="*/ 3596958 h 6809874"/>
              <a:gd name="connsiteX45" fmla="*/ 2822395 w 6475336"/>
              <a:gd name="connsiteY45" fmla="*/ 3508271 h 6809874"/>
              <a:gd name="connsiteX46" fmla="*/ 34760 w 6475336"/>
              <a:gd name="connsiteY46" fmla="*/ 3478927 h 6809874"/>
              <a:gd name="connsiteX47" fmla="*/ 248870 w 6475336"/>
              <a:gd name="connsiteY47" fmla="*/ 3567614 h 6809874"/>
              <a:gd name="connsiteX48" fmla="*/ 1157750 w 6475336"/>
              <a:gd name="connsiteY48" fmla="*/ 4476493 h 6809874"/>
              <a:gd name="connsiteX49" fmla="*/ 1157749 w 6475336"/>
              <a:gd name="connsiteY49" fmla="*/ 4904713 h 6809874"/>
              <a:gd name="connsiteX50" fmla="*/ 248870 w 6475336"/>
              <a:gd name="connsiteY50" fmla="*/ 5813592 h 6809874"/>
              <a:gd name="connsiteX51" fmla="*/ 34760 w 6475336"/>
              <a:gd name="connsiteY51" fmla="*/ 5902279 h 6809874"/>
              <a:gd name="connsiteX52" fmla="*/ 0 w 6475336"/>
              <a:gd name="connsiteY52" fmla="*/ 5898947 h 6809874"/>
              <a:gd name="connsiteX53" fmla="*/ 0 w 6475336"/>
              <a:gd name="connsiteY53" fmla="*/ 3482259 h 6809874"/>
              <a:gd name="connsiteX54" fmla="*/ 4194109 w 6475336"/>
              <a:gd name="connsiteY54" fmla="*/ 2116930 h 6809874"/>
              <a:gd name="connsiteX55" fmla="*/ 4408220 w 6475336"/>
              <a:gd name="connsiteY55" fmla="*/ 2205618 h 6809874"/>
              <a:gd name="connsiteX56" fmla="*/ 5317099 w 6475336"/>
              <a:gd name="connsiteY56" fmla="*/ 3114497 h 6809874"/>
              <a:gd name="connsiteX57" fmla="*/ 5317099 w 6475336"/>
              <a:gd name="connsiteY57" fmla="*/ 3542717 h 6809874"/>
              <a:gd name="connsiteX58" fmla="*/ 4408219 w 6475336"/>
              <a:gd name="connsiteY58" fmla="*/ 4451596 h 6809874"/>
              <a:gd name="connsiteX59" fmla="*/ 3979999 w 6475336"/>
              <a:gd name="connsiteY59" fmla="*/ 4451596 h 6809874"/>
              <a:gd name="connsiteX60" fmla="*/ 3071120 w 6475336"/>
              <a:gd name="connsiteY60" fmla="*/ 3542717 h 6809874"/>
              <a:gd name="connsiteX61" fmla="*/ 3071120 w 6475336"/>
              <a:gd name="connsiteY61" fmla="*/ 3114497 h 6809874"/>
              <a:gd name="connsiteX62" fmla="*/ 3980000 w 6475336"/>
              <a:gd name="connsiteY62" fmla="*/ 2205618 h 6809874"/>
              <a:gd name="connsiteX63" fmla="*/ 4194109 w 6475336"/>
              <a:gd name="connsiteY63" fmla="*/ 2116930 h 6809874"/>
              <a:gd name="connsiteX64" fmla="*/ 1431052 w 6475336"/>
              <a:gd name="connsiteY64" fmla="*/ 2116930 h 6809874"/>
              <a:gd name="connsiteX65" fmla="*/ 1645162 w 6475336"/>
              <a:gd name="connsiteY65" fmla="*/ 2205616 h 6809874"/>
              <a:gd name="connsiteX66" fmla="*/ 2554041 w 6475336"/>
              <a:gd name="connsiteY66" fmla="*/ 3114496 h 6809874"/>
              <a:gd name="connsiteX67" fmla="*/ 2554041 w 6475336"/>
              <a:gd name="connsiteY67" fmla="*/ 3542716 h 6809874"/>
              <a:gd name="connsiteX68" fmla="*/ 1645161 w 6475336"/>
              <a:gd name="connsiteY68" fmla="*/ 4451594 h 6809874"/>
              <a:gd name="connsiteX69" fmla="*/ 1216943 w 6475336"/>
              <a:gd name="connsiteY69" fmla="*/ 4451594 h 6809874"/>
              <a:gd name="connsiteX70" fmla="*/ 308063 w 6475336"/>
              <a:gd name="connsiteY70" fmla="*/ 3542716 h 6809874"/>
              <a:gd name="connsiteX71" fmla="*/ 308063 w 6475336"/>
              <a:gd name="connsiteY71" fmla="*/ 3114496 h 6809874"/>
              <a:gd name="connsiteX72" fmla="*/ 1216942 w 6475336"/>
              <a:gd name="connsiteY72" fmla="*/ 2205616 h 6809874"/>
              <a:gd name="connsiteX73" fmla="*/ 1431052 w 6475336"/>
              <a:gd name="connsiteY73" fmla="*/ 2116930 h 6809874"/>
              <a:gd name="connsiteX74" fmla="*/ 2802766 w 6475336"/>
              <a:gd name="connsiteY74" fmla="*/ 725588 h 6809874"/>
              <a:gd name="connsiteX75" fmla="*/ 3016876 w 6475336"/>
              <a:gd name="connsiteY75" fmla="*/ 814275 h 6809874"/>
              <a:gd name="connsiteX76" fmla="*/ 3925755 w 6475336"/>
              <a:gd name="connsiteY76" fmla="*/ 1723155 h 6809874"/>
              <a:gd name="connsiteX77" fmla="*/ 3925756 w 6475336"/>
              <a:gd name="connsiteY77" fmla="*/ 2151374 h 6809874"/>
              <a:gd name="connsiteX78" fmla="*/ 3016876 w 6475336"/>
              <a:gd name="connsiteY78" fmla="*/ 3060253 h 6809874"/>
              <a:gd name="connsiteX79" fmla="*/ 2588657 w 6475336"/>
              <a:gd name="connsiteY79" fmla="*/ 3060254 h 6809874"/>
              <a:gd name="connsiteX80" fmla="*/ 1679777 w 6475336"/>
              <a:gd name="connsiteY80" fmla="*/ 2151374 h 6809874"/>
              <a:gd name="connsiteX81" fmla="*/ 1679777 w 6475336"/>
              <a:gd name="connsiteY81" fmla="*/ 1723154 h 6809874"/>
              <a:gd name="connsiteX82" fmla="*/ 2588656 w 6475336"/>
              <a:gd name="connsiteY82" fmla="*/ 814275 h 6809874"/>
              <a:gd name="connsiteX83" fmla="*/ 2802766 w 6475336"/>
              <a:gd name="connsiteY83" fmla="*/ 725588 h 6809874"/>
              <a:gd name="connsiteX84" fmla="*/ 39709 w 6475336"/>
              <a:gd name="connsiteY84" fmla="*/ 725587 h 6809874"/>
              <a:gd name="connsiteX85" fmla="*/ 253819 w 6475336"/>
              <a:gd name="connsiteY85" fmla="*/ 814274 h 6809874"/>
              <a:gd name="connsiteX86" fmla="*/ 1162700 w 6475336"/>
              <a:gd name="connsiteY86" fmla="*/ 1723153 h 6809874"/>
              <a:gd name="connsiteX87" fmla="*/ 1162700 w 6475336"/>
              <a:gd name="connsiteY87" fmla="*/ 2151373 h 6809874"/>
              <a:gd name="connsiteX88" fmla="*/ 253819 w 6475336"/>
              <a:gd name="connsiteY88" fmla="*/ 3060253 h 6809874"/>
              <a:gd name="connsiteX89" fmla="*/ 39710 w 6475336"/>
              <a:gd name="connsiteY89" fmla="*/ 3148941 h 6809874"/>
              <a:gd name="connsiteX90" fmla="*/ 0 w 6475336"/>
              <a:gd name="connsiteY90" fmla="*/ 3145135 h 6809874"/>
              <a:gd name="connsiteX91" fmla="*/ 0 w 6475336"/>
              <a:gd name="connsiteY91" fmla="*/ 729392 h 6809874"/>
              <a:gd name="connsiteX92" fmla="*/ 3395029 w 6475336"/>
              <a:gd name="connsiteY92" fmla="*/ 0 h 6809874"/>
              <a:gd name="connsiteX93" fmla="*/ 4977383 w 6475336"/>
              <a:gd name="connsiteY93" fmla="*/ 0 h 6809874"/>
              <a:gd name="connsiteX94" fmla="*/ 5309196 w 6475336"/>
              <a:gd name="connsiteY94" fmla="*/ 331812 h 6809874"/>
              <a:gd name="connsiteX95" fmla="*/ 5309196 w 6475336"/>
              <a:gd name="connsiteY95" fmla="*/ 760032 h 6809874"/>
              <a:gd name="connsiteX96" fmla="*/ 4400317 w 6475336"/>
              <a:gd name="connsiteY96" fmla="*/ 1668912 h 6809874"/>
              <a:gd name="connsiteX97" fmla="*/ 3972096 w 6475336"/>
              <a:gd name="connsiteY97" fmla="*/ 1668912 h 6809874"/>
              <a:gd name="connsiteX98" fmla="*/ 3063217 w 6475336"/>
              <a:gd name="connsiteY98" fmla="*/ 760032 h 6809874"/>
              <a:gd name="connsiteX99" fmla="*/ 3063217 w 6475336"/>
              <a:gd name="connsiteY99" fmla="*/ 331812 h 6809874"/>
              <a:gd name="connsiteX100" fmla="*/ 620247 w 6475336"/>
              <a:gd name="connsiteY100" fmla="*/ 0 h 6809874"/>
              <a:gd name="connsiteX101" fmla="*/ 2202600 w 6475336"/>
              <a:gd name="connsiteY101" fmla="*/ 0 h 6809874"/>
              <a:gd name="connsiteX102" fmla="*/ 2534412 w 6475336"/>
              <a:gd name="connsiteY102" fmla="*/ 331812 h 6809874"/>
              <a:gd name="connsiteX103" fmla="*/ 2534412 w 6475336"/>
              <a:gd name="connsiteY103" fmla="*/ 760032 h 6809874"/>
              <a:gd name="connsiteX104" fmla="*/ 1625533 w 6475336"/>
              <a:gd name="connsiteY104" fmla="*/ 1668912 h 6809874"/>
              <a:gd name="connsiteX105" fmla="*/ 1197314 w 6475336"/>
              <a:gd name="connsiteY105" fmla="*/ 1668912 h 6809874"/>
              <a:gd name="connsiteX106" fmla="*/ 288434 w 6475336"/>
              <a:gd name="connsiteY106" fmla="*/ 760033 h 6809874"/>
              <a:gd name="connsiteX107" fmla="*/ 288434 w 6475336"/>
              <a:gd name="connsiteY107" fmla="*/ 331813 h 680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6475336" h="6809874">
                <a:moveTo>
                  <a:pt x="2817444" y="6261611"/>
                </a:moveTo>
                <a:cubicBezTo>
                  <a:pt x="2894937" y="6261611"/>
                  <a:pt x="2972429" y="6291173"/>
                  <a:pt x="3031554" y="6350298"/>
                </a:cubicBezTo>
                <a:lnTo>
                  <a:pt x="3491130" y="6809874"/>
                </a:lnTo>
                <a:lnTo>
                  <a:pt x="2143759" y="6809874"/>
                </a:lnTo>
                <a:lnTo>
                  <a:pt x="2603334" y="6350298"/>
                </a:lnTo>
                <a:cubicBezTo>
                  <a:pt x="2662459" y="6291173"/>
                  <a:pt x="2739951" y="6261611"/>
                  <a:pt x="2817444" y="6261611"/>
                </a:cubicBezTo>
                <a:close/>
                <a:moveTo>
                  <a:pt x="4213737" y="4899613"/>
                </a:moveTo>
                <a:cubicBezTo>
                  <a:pt x="4291229" y="4899613"/>
                  <a:pt x="4368723" y="4929176"/>
                  <a:pt x="4427847" y="4988300"/>
                </a:cubicBezTo>
                <a:lnTo>
                  <a:pt x="5336726" y="5897180"/>
                </a:lnTo>
                <a:cubicBezTo>
                  <a:pt x="5454976" y="6015429"/>
                  <a:pt x="5454976" y="6207150"/>
                  <a:pt x="5336726" y="6325399"/>
                </a:cubicBezTo>
                <a:lnTo>
                  <a:pt x="4852252" y="6809874"/>
                </a:lnTo>
                <a:lnTo>
                  <a:pt x="3575222" y="6809874"/>
                </a:lnTo>
                <a:lnTo>
                  <a:pt x="3090747" y="6325399"/>
                </a:lnTo>
                <a:cubicBezTo>
                  <a:pt x="2972498" y="6207150"/>
                  <a:pt x="2972498" y="6015429"/>
                  <a:pt x="3090747" y="5897180"/>
                </a:cubicBezTo>
                <a:lnTo>
                  <a:pt x="3999627" y="4988300"/>
                </a:lnTo>
                <a:cubicBezTo>
                  <a:pt x="4058752" y="4929175"/>
                  <a:pt x="4136244" y="4899613"/>
                  <a:pt x="4213737" y="4899613"/>
                </a:cubicBezTo>
                <a:close/>
                <a:moveTo>
                  <a:pt x="1426103" y="4870269"/>
                </a:moveTo>
                <a:cubicBezTo>
                  <a:pt x="1503594" y="4870269"/>
                  <a:pt x="1581088" y="4899832"/>
                  <a:pt x="1640212" y="4958957"/>
                </a:cubicBezTo>
                <a:lnTo>
                  <a:pt x="2549091" y="5867836"/>
                </a:lnTo>
                <a:cubicBezTo>
                  <a:pt x="2667341" y="5986085"/>
                  <a:pt x="2667341" y="6177806"/>
                  <a:pt x="2549091" y="6296055"/>
                </a:cubicBezTo>
                <a:lnTo>
                  <a:pt x="2035273" y="6809874"/>
                </a:lnTo>
                <a:lnTo>
                  <a:pt x="816932" y="6809874"/>
                </a:lnTo>
                <a:lnTo>
                  <a:pt x="303114" y="6296055"/>
                </a:lnTo>
                <a:cubicBezTo>
                  <a:pt x="184864" y="6177806"/>
                  <a:pt x="184864" y="5986085"/>
                  <a:pt x="303114" y="5867836"/>
                </a:cubicBezTo>
                <a:lnTo>
                  <a:pt x="1211993" y="4958956"/>
                </a:lnTo>
                <a:cubicBezTo>
                  <a:pt x="1271117" y="4899832"/>
                  <a:pt x="1348611" y="4870269"/>
                  <a:pt x="1426103" y="4870269"/>
                </a:cubicBezTo>
                <a:close/>
                <a:moveTo>
                  <a:pt x="5585451" y="3508272"/>
                </a:moveTo>
                <a:cubicBezTo>
                  <a:pt x="5662944" y="3508272"/>
                  <a:pt x="5740436" y="3537834"/>
                  <a:pt x="5799561" y="3596959"/>
                </a:cubicBezTo>
                <a:lnTo>
                  <a:pt x="6475336" y="4272734"/>
                </a:lnTo>
                <a:lnTo>
                  <a:pt x="6475336" y="5167163"/>
                </a:lnTo>
                <a:lnTo>
                  <a:pt x="5799561" y="5842938"/>
                </a:lnTo>
                <a:cubicBezTo>
                  <a:pt x="5681311" y="5961188"/>
                  <a:pt x="5489591" y="5961188"/>
                  <a:pt x="5371341" y="5842938"/>
                </a:cubicBezTo>
                <a:lnTo>
                  <a:pt x="4462462" y="4934059"/>
                </a:lnTo>
                <a:cubicBezTo>
                  <a:pt x="4344212" y="4815809"/>
                  <a:pt x="4344212" y="4624088"/>
                  <a:pt x="4462462" y="4505839"/>
                </a:cubicBezTo>
                <a:lnTo>
                  <a:pt x="5371341" y="3596959"/>
                </a:lnTo>
                <a:cubicBezTo>
                  <a:pt x="5430466" y="3537834"/>
                  <a:pt x="5507959" y="3508272"/>
                  <a:pt x="5585451" y="3508272"/>
                </a:cubicBezTo>
                <a:close/>
                <a:moveTo>
                  <a:pt x="2822395" y="3508271"/>
                </a:moveTo>
                <a:cubicBezTo>
                  <a:pt x="2899888" y="3508272"/>
                  <a:pt x="2977380" y="3537834"/>
                  <a:pt x="3036505" y="3596958"/>
                </a:cubicBezTo>
                <a:lnTo>
                  <a:pt x="3945384" y="4505838"/>
                </a:lnTo>
                <a:cubicBezTo>
                  <a:pt x="4063633" y="4624087"/>
                  <a:pt x="4063634" y="4815808"/>
                  <a:pt x="3945385" y="4934058"/>
                </a:cubicBezTo>
                <a:lnTo>
                  <a:pt x="3036504" y="5842937"/>
                </a:lnTo>
                <a:cubicBezTo>
                  <a:pt x="2918255" y="5961186"/>
                  <a:pt x="2726535" y="5961187"/>
                  <a:pt x="2608285" y="5842938"/>
                </a:cubicBezTo>
                <a:lnTo>
                  <a:pt x="1699406" y="4934058"/>
                </a:lnTo>
                <a:cubicBezTo>
                  <a:pt x="1581156" y="4815808"/>
                  <a:pt x="1581157" y="4624087"/>
                  <a:pt x="1699406" y="4505838"/>
                </a:cubicBezTo>
                <a:lnTo>
                  <a:pt x="2608285" y="3596958"/>
                </a:lnTo>
                <a:cubicBezTo>
                  <a:pt x="2667410" y="3537834"/>
                  <a:pt x="2744903" y="3508272"/>
                  <a:pt x="2822395" y="3508271"/>
                </a:cubicBezTo>
                <a:close/>
                <a:moveTo>
                  <a:pt x="34760" y="3478927"/>
                </a:moveTo>
                <a:cubicBezTo>
                  <a:pt x="112253" y="3478927"/>
                  <a:pt x="189745" y="3508489"/>
                  <a:pt x="248870" y="3567614"/>
                </a:cubicBezTo>
                <a:lnTo>
                  <a:pt x="1157750" y="4476493"/>
                </a:lnTo>
                <a:cubicBezTo>
                  <a:pt x="1275999" y="4594742"/>
                  <a:pt x="1275999" y="4786463"/>
                  <a:pt x="1157749" y="4904713"/>
                </a:cubicBezTo>
                <a:lnTo>
                  <a:pt x="248870" y="5813592"/>
                </a:lnTo>
                <a:cubicBezTo>
                  <a:pt x="189745" y="5872717"/>
                  <a:pt x="112253" y="5902279"/>
                  <a:pt x="34760" y="5902279"/>
                </a:cubicBezTo>
                <a:lnTo>
                  <a:pt x="0" y="5898947"/>
                </a:lnTo>
                <a:lnTo>
                  <a:pt x="0" y="3482259"/>
                </a:lnTo>
                <a:close/>
                <a:moveTo>
                  <a:pt x="4194109" y="2116930"/>
                </a:moveTo>
                <a:cubicBezTo>
                  <a:pt x="4271601" y="2116930"/>
                  <a:pt x="4349095" y="2146493"/>
                  <a:pt x="4408220" y="2205618"/>
                </a:cubicBezTo>
                <a:lnTo>
                  <a:pt x="5317099" y="3114497"/>
                </a:lnTo>
                <a:cubicBezTo>
                  <a:pt x="5435349" y="3232747"/>
                  <a:pt x="5435348" y="3424467"/>
                  <a:pt x="5317099" y="3542717"/>
                </a:cubicBezTo>
                <a:lnTo>
                  <a:pt x="4408219" y="4451596"/>
                </a:lnTo>
                <a:cubicBezTo>
                  <a:pt x="4289969" y="4569846"/>
                  <a:pt x="4098248" y="4569846"/>
                  <a:pt x="3979999" y="4451596"/>
                </a:cubicBezTo>
                <a:lnTo>
                  <a:pt x="3071120" y="3542717"/>
                </a:lnTo>
                <a:cubicBezTo>
                  <a:pt x="2952870" y="3424467"/>
                  <a:pt x="2952870" y="3232747"/>
                  <a:pt x="3071120" y="3114497"/>
                </a:cubicBezTo>
                <a:lnTo>
                  <a:pt x="3980000" y="2205618"/>
                </a:lnTo>
                <a:cubicBezTo>
                  <a:pt x="4039124" y="2146493"/>
                  <a:pt x="4116616" y="2116930"/>
                  <a:pt x="4194109" y="2116930"/>
                </a:cubicBezTo>
                <a:close/>
                <a:moveTo>
                  <a:pt x="1431052" y="2116930"/>
                </a:moveTo>
                <a:cubicBezTo>
                  <a:pt x="1508545" y="2116929"/>
                  <a:pt x="1586038" y="2146493"/>
                  <a:pt x="1645162" y="2205616"/>
                </a:cubicBezTo>
                <a:lnTo>
                  <a:pt x="2554041" y="3114496"/>
                </a:lnTo>
                <a:cubicBezTo>
                  <a:pt x="2672291" y="3232746"/>
                  <a:pt x="2672291" y="3424465"/>
                  <a:pt x="2554041" y="3542716"/>
                </a:cubicBezTo>
                <a:lnTo>
                  <a:pt x="1645161" y="4451594"/>
                </a:lnTo>
                <a:cubicBezTo>
                  <a:pt x="1526913" y="4569843"/>
                  <a:pt x="1335193" y="4569843"/>
                  <a:pt x="1216943" y="4451594"/>
                </a:cubicBezTo>
                <a:lnTo>
                  <a:pt x="308063" y="3542716"/>
                </a:lnTo>
                <a:cubicBezTo>
                  <a:pt x="189814" y="3424465"/>
                  <a:pt x="189814" y="3232745"/>
                  <a:pt x="308063" y="3114496"/>
                </a:cubicBezTo>
                <a:lnTo>
                  <a:pt x="1216942" y="2205616"/>
                </a:lnTo>
                <a:cubicBezTo>
                  <a:pt x="1276068" y="2146492"/>
                  <a:pt x="1353560" y="2116930"/>
                  <a:pt x="1431052" y="2116930"/>
                </a:cubicBezTo>
                <a:close/>
                <a:moveTo>
                  <a:pt x="2802766" y="725588"/>
                </a:moveTo>
                <a:cubicBezTo>
                  <a:pt x="2880258" y="725587"/>
                  <a:pt x="2957751" y="755151"/>
                  <a:pt x="3016876" y="814275"/>
                </a:cubicBezTo>
                <a:lnTo>
                  <a:pt x="3925755" y="1723155"/>
                </a:lnTo>
                <a:cubicBezTo>
                  <a:pt x="4044006" y="1841404"/>
                  <a:pt x="4044005" y="2033125"/>
                  <a:pt x="3925756" y="2151374"/>
                </a:cubicBezTo>
                <a:lnTo>
                  <a:pt x="3016876" y="3060253"/>
                </a:lnTo>
                <a:cubicBezTo>
                  <a:pt x="2898626" y="3178504"/>
                  <a:pt x="2706905" y="3178504"/>
                  <a:pt x="2588657" y="3060254"/>
                </a:cubicBezTo>
                <a:lnTo>
                  <a:pt x="1679777" y="2151374"/>
                </a:lnTo>
                <a:cubicBezTo>
                  <a:pt x="1561527" y="2033125"/>
                  <a:pt x="1561528" y="1841404"/>
                  <a:pt x="1679777" y="1723154"/>
                </a:cubicBezTo>
                <a:lnTo>
                  <a:pt x="2588656" y="814275"/>
                </a:lnTo>
                <a:cubicBezTo>
                  <a:pt x="2647781" y="755150"/>
                  <a:pt x="2725273" y="725587"/>
                  <a:pt x="2802766" y="725588"/>
                </a:cubicBezTo>
                <a:close/>
                <a:moveTo>
                  <a:pt x="39709" y="725587"/>
                </a:moveTo>
                <a:cubicBezTo>
                  <a:pt x="117203" y="725587"/>
                  <a:pt x="194694" y="755149"/>
                  <a:pt x="253819" y="814274"/>
                </a:cubicBezTo>
                <a:lnTo>
                  <a:pt x="1162700" y="1723153"/>
                </a:lnTo>
                <a:cubicBezTo>
                  <a:pt x="1280949" y="1841403"/>
                  <a:pt x="1280948" y="2033124"/>
                  <a:pt x="1162700" y="2151373"/>
                </a:cubicBezTo>
                <a:lnTo>
                  <a:pt x="253819" y="3060253"/>
                </a:lnTo>
                <a:cubicBezTo>
                  <a:pt x="194695" y="3119379"/>
                  <a:pt x="117203" y="3148941"/>
                  <a:pt x="39710" y="3148941"/>
                </a:cubicBezTo>
                <a:lnTo>
                  <a:pt x="0" y="3145135"/>
                </a:lnTo>
                <a:lnTo>
                  <a:pt x="0" y="729392"/>
                </a:lnTo>
                <a:close/>
                <a:moveTo>
                  <a:pt x="3395029" y="0"/>
                </a:moveTo>
                <a:lnTo>
                  <a:pt x="4977383" y="0"/>
                </a:lnTo>
                <a:lnTo>
                  <a:pt x="5309196" y="331812"/>
                </a:lnTo>
                <a:cubicBezTo>
                  <a:pt x="5427445" y="450062"/>
                  <a:pt x="5427445" y="641782"/>
                  <a:pt x="5309196" y="760032"/>
                </a:cubicBezTo>
                <a:lnTo>
                  <a:pt x="4400317" y="1668912"/>
                </a:lnTo>
                <a:cubicBezTo>
                  <a:pt x="4282067" y="1787161"/>
                  <a:pt x="4090346" y="1787161"/>
                  <a:pt x="3972096" y="1668912"/>
                </a:cubicBezTo>
                <a:lnTo>
                  <a:pt x="3063217" y="760032"/>
                </a:lnTo>
                <a:cubicBezTo>
                  <a:pt x="2944967" y="641782"/>
                  <a:pt x="2944967" y="450062"/>
                  <a:pt x="3063217" y="331812"/>
                </a:cubicBezTo>
                <a:close/>
                <a:moveTo>
                  <a:pt x="620247" y="0"/>
                </a:moveTo>
                <a:lnTo>
                  <a:pt x="2202600" y="0"/>
                </a:lnTo>
                <a:lnTo>
                  <a:pt x="2534412" y="331812"/>
                </a:lnTo>
                <a:cubicBezTo>
                  <a:pt x="2652662" y="450062"/>
                  <a:pt x="2652662" y="641782"/>
                  <a:pt x="2534412" y="760032"/>
                </a:cubicBezTo>
                <a:lnTo>
                  <a:pt x="1625533" y="1668912"/>
                </a:lnTo>
                <a:cubicBezTo>
                  <a:pt x="1507283" y="1787161"/>
                  <a:pt x="1315563" y="1787162"/>
                  <a:pt x="1197314" y="1668912"/>
                </a:cubicBezTo>
                <a:lnTo>
                  <a:pt x="288434" y="760033"/>
                </a:lnTo>
                <a:cubicBezTo>
                  <a:pt x="170185" y="641783"/>
                  <a:pt x="170185" y="450062"/>
                  <a:pt x="288434" y="331813"/>
                </a:cubicBez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B33368-1AC7-6A2A-5231-66E33BEFC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024" y="105409"/>
            <a:ext cx="1607016" cy="14954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05368B31-80F5-C416-D901-30173B1B2962}"/>
              </a:ext>
            </a:extLst>
          </p:cNvPr>
          <p:cNvSpPr txBox="1"/>
          <p:nvPr/>
        </p:nvSpPr>
        <p:spPr>
          <a:xfrm>
            <a:off x="10972453" y="6466565"/>
            <a:ext cx="2748643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April 2026</a:t>
            </a:r>
            <a:endParaRPr lang="ar-SA" sz="1200" dirty="0">
              <a:solidFill>
                <a:schemeClr val="bg2">
                  <a:lumMod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26" name="Picture 2" descr="Visual SLAM with RGB-D Camera - MATLAB &amp; Simulink">
            <a:extLst>
              <a:ext uri="{FF2B5EF4-FFF2-40B4-BE49-F238E27FC236}">
                <a16:creationId xmlns:a16="http://schemas.microsoft.com/office/drawing/2014/main" id="{D0AA241A-E93F-72F1-D625-BED706F89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434" y="2704179"/>
            <a:ext cx="4251184" cy="318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87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/>
      </p:transition>
    </mc:Choice>
    <mc:Fallback xmlns="">
      <p:transition spd="slow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6784-AD27-4D01-ECCB-2CD4D957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5F51F5-F1BA-1D57-D0FF-F8CBCAEAF930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17B3402-F86A-9B4F-BE05-A9D0CBADB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03F252-0BA2-F7B3-E1BA-4F22EE8EACFD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1DE71-69F9-C0AC-9118-8048109B26DD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92305-A68C-C7D5-2BF7-1DD6BF531D13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Talk Roadmap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7AC882-0331-E381-A3BC-F8A6B31A0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14" y="1479168"/>
            <a:ext cx="11300206" cy="35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6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CF91C-A507-0FC4-EFC7-EAAC1FA9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B6F619-74A1-68C5-0856-11C6054BC495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ECD3A0F-B82B-2954-B2A2-9D226CBB6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3E862C-9783-E271-3CB7-2C720F64C610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115A92-73CB-815E-E10F-58FA7A3B7BD4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5AB7B-7901-2EF0-FAE9-5AE1DCAD5295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Why </a:t>
            </a:r>
            <a:r>
              <a:rPr lang="en-US" sz="3600" dirty="0" err="1">
                <a:solidFill>
                  <a:schemeClr val="bg1"/>
                </a:solidFill>
              </a:rPr>
              <a:t>NeRF</a:t>
            </a:r>
            <a:r>
              <a:rPr lang="en-US" sz="3600" dirty="0">
                <a:solidFill>
                  <a:schemeClr val="bg1"/>
                </a:solidFill>
              </a:rPr>
              <a:t> Before </a:t>
            </a:r>
            <a:r>
              <a:rPr lang="en-US" sz="3600" dirty="0" err="1">
                <a:solidFill>
                  <a:schemeClr val="bg1"/>
                </a:solidFill>
              </a:rPr>
              <a:t>NeRF</a:t>
            </a:r>
            <a:r>
              <a:rPr lang="en-US" sz="3600" dirty="0">
                <a:solidFill>
                  <a:schemeClr val="bg1"/>
                </a:solidFill>
              </a:rPr>
              <a:t>-SLAM? 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F514A0-031B-A209-9CC1-5D247F495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64" y="1532234"/>
            <a:ext cx="10064472" cy="379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4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D5995-236E-9EE5-F4BF-E5B008CC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297D01-527C-D438-5A5C-6A7796E5E4B3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1D3F9B-D2BD-B338-F49B-28A4DF36C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3167B6-96C1-3C65-799E-9710D3208F57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5391DE-FDC2-7D01-7083-83505917D971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D8EA6-F7A5-0716-822A-2D5DF61DAD96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Synthetic Scene and Camera Setup 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202FFD-AC1E-BB92-9F01-F8C004A08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5" y="1088776"/>
            <a:ext cx="4682854" cy="4659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5AC39E-27FB-641B-F52F-318D76127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996" y="1167434"/>
            <a:ext cx="5604766" cy="424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1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3041-2C77-3A07-1DCE-7432AF68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D515D5-0267-279F-5368-96F0DD566236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06D29B9-4A52-3279-8A68-6FD381F19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7A1467-8636-83A6-4E90-43AB7D564B1B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C80C89-A2F1-226F-7225-1B2B4094E1D2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9668C1-3522-8698-10BB-809073AC7302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</a:rPr>
              <a:t>NeRF</a:t>
            </a:r>
            <a:r>
              <a:rPr lang="en-US" sz="3600" dirty="0">
                <a:solidFill>
                  <a:schemeClr val="bg1"/>
                </a:solidFill>
              </a:rPr>
              <a:t> Ray Rendering Intuition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B1C4C-3B82-DD6A-5A43-4FD8E0ED94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05" t="2766" r="15031"/>
          <a:stretch>
            <a:fillRect/>
          </a:stretch>
        </p:blipFill>
        <p:spPr>
          <a:xfrm>
            <a:off x="506020" y="1480338"/>
            <a:ext cx="5337626" cy="47775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C42F2D-9D8F-3469-3F96-A5AA1F2244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589" y="1614591"/>
            <a:ext cx="6048029" cy="362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3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AFDAA-1440-FB95-CDCC-61604E19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8A9377-2123-5588-7A22-ECD8E4E36AA1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6940DF4-AA9F-6223-99B5-09C682080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D25E4E-C0A7-EAA1-89D5-E5C140BF9BB2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3E378-4EC4-37F2-72EE-3E35960EF744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EB328-8FF5-FED1-C559-E9DB68E33D79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</a:rPr>
              <a:t>NeRF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pipline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706ED-9068-6ADF-6011-2EC185231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80" y="1310923"/>
            <a:ext cx="7898639" cy="523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A965-FF3A-CC31-0078-25C0927D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8AA91E-8ACF-DBF1-8C73-3FED10F3DDF0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666B516-ECC2-A3B1-9438-8ED52EB42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2815E6-2541-2667-8F22-22FCCC36FC9E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350552-A478-541B-8FC8-3CCEBC67AFE4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DD9CD-FE07-1228-C636-4F64F2E99FB4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</a:rPr>
              <a:t>NeRF</a:t>
            </a:r>
            <a:r>
              <a:rPr lang="en-US" sz="3600" dirty="0">
                <a:solidFill>
                  <a:schemeClr val="bg1"/>
                </a:solidFill>
              </a:rPr>
              <a:t> Network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B643DD-07A1-10A3-DC1D-213F2324FF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57" y="1312966"/>
            <a:ext cx="4365062" cy="493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4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1F37-CEDE-3A37-5ECD-FFB8A3D32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1BD154-100C-590F-1A7A-71F57AB4A4C1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D0A9A90-A524-C9DF-DF2C-ED60A180E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CB46E4-4F7E-2EA9-90E9-092CCAFF38A1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ECE00B-108C-BA15-9DF6-24B5A9E3EE0D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DB917C-E27F-0BA3-C627-C4F07F883E0E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Experimental Variants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4312F-20BC-C324-C79E-C14C21D4D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466" y="1112845"/>
            <a:ext cx="7163615" cy="152882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2605EC8-51A6-9B78-BB90-0E0CCC198AE4}"/>
              </a:ext>
            </a:extLst>
          </p:cNvPr>
          <p:cNvGrpSpPr/>
          <p:nvPr/>
        </p:nvGrpSpPr>
        <p:grpSpPr>
          <a:xfrm>
            <a:off x="574688" y="2943362"/>
            <a:ext cx="4000191" cy="3524755"/>
            <a:chOff x="697627" y="2807686"/>
            <a:chExt cx="4000191" cy="352475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050B678-B7DB-CDED-81B0-CC0A46FA9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7627" y="2807686"/>
              <a:ext cx="4000191" cy="298387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EEF308-5E15-192B-0DA2-E2062AD54FA9}"/>
                </a:ext>
              </a:extLst>
            </p:cNvPr>
            <p:cNvSpPr txBox="1"/>
            <p:nvPr/>
          </p:nvSpPr>
          <p:spPr>
            <a:xfrm>
              <a:off x="1704254" y="5963109"/>
              <a:ext cx="1313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 = 5 poses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A4B874-6E7B-14BC-E706-C32416D5D68A}"/>
              </a:ext>
            </a:extLst>
          </p:cNvPr>
          <p:cNvGrpSpPr/>
          <p:nvPr/>
        </p:nvGrpSpPr>
        <p:grpSpPr>
          <a:xfrm>
            <a:off x="5149567" y="2808596"/>
            <a:ext cx="2887347" cy="3474855"/>
            <a:chOff x="7494184" y="2943362"/>
            <a:chExt cx="2887347" cy="34748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FA81DB-5685-5BA5-3DB8-60D7EB6E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4184" y="2943362"/>
              <a:ext cx="2887347" cy="301974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3950E4-8BD5-A0C1-791C-1249CD5868C4}"/>
                </a:ext>
              </a:extLst>
            </p:cNvPr>
            <p:cNvSpPr txBox="1"/>
            <p:nvPr/>
          </p:nvSpPr>
          <p:spPr>
            <a:xfrm>
              <a:off x="8096120" y="6048885"/>
              <a:ext cx="1683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 = 1000 poses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0E4F6D6-602D-2075-0361-8D772A95F46E}"/>
              </a:ext>
            </a:extLst>
          </p:cNvPr>
          <p:cNvSpPr txBox="1"/>
          <p:nvPr/>
        </p:nvSpPr>
        <p:spPr>
          <a:xfrm>
            <a:off x="8298425" y="2808595"/>
            <a:ext cx="3606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Exp. 1 render time: CPU 4.78 s, CUDA 0.89 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Exp. 3 render time: CPU 4.78 s</a:t>
            </a:r>
          </a:p>
        </p:txBody>
      </p:sp>
    </p:spTree>
    <p:extLst>
      <p:ext uri="{BB962C8B-B14F-4D97-AF65-F5344CB8AC3E}">
        <p14:creationId xmlns:p14="http://schemas.microsoft.com/office/powerpoint/2010/main" val="224197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773EE-E47E-9C3D-513E-519D9883A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828233-9448-F3A3-8DF3-002F2ECFC156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AE56063-45EA-159A-8C76-F8A41F21E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260F4A-5691-A05E-9B26-3F2346AD68F4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0E2BF-B1D0-8FBA-CD69-7C19536F7101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85C501-7359-5F53-A535-C648B7A1B295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Experimental Variants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D35281-0374-A140-C639-5D3147197B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393" y="1665775"/>
            <a:ext cx="7223367" cy="401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68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DAB4E-DAA3-A3FC-B6D1-633EF5E7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8EDC6F-51B6-F883-9D12-F4A7319CC1B4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06F4EC3-7B59-74B3-2847-54F1BEFB3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6E57AE-3817-E445-038E-E5B48C7B7470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 poles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5D60F-4A24-287F-86EF-28CB1CC4B46A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32E02-34FD-0873-475C-5742713D4B99}"/>
              </a:ext>
            </a:extLst>
          </p:cNvPr>
          <p:cNvSpPr txBox="1"/>
          <p:nvPr/>
        </p:nvSpPr>
        <p:spPr>
          <a:xfrm>
            <a:off x="697627" y="147482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Experimental Variants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35A67-2F3B-9A62-1F04-786924168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01" y="1331479"/>
            <a:ext cx="8936487" cy="497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8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1417-C1C3-9325-90A5-D9B735D4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2D3FFA-0991-4B01-582E-4FDEFB6411FD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0CA2F65-7099-2CC4-8AE9-98C7915D1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5B71D9-79C7-6B5C-0824-8CDB7A6F26AD}"/>
              </a:ext>
            </a:extLst>
          </p:cNvPr>
          <p:cNvSpPr/>
          <p:nvPr/>
        </p:nvSpPr>
        <p:spPr>
          <a:xfrm>
            <a:off x="0" y="941295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esi</a:t>
            </a:r>
            <a:r>
              <a:rPr lang="en-US" dirty="0"/>
              <a:t> poles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CC15D-3C70-35DD-D4ED-832566F2EF05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5382F-36A6-8F53-A624-418726CD1DAD}"/>
              </a:ext>
            </a:extLst>
          </p:cNvPr>
          <p:cNvSpPr txBox="1"/>
          <p:nvPr/>
        </p:nvSpPr>
        <p:spPr>
          <a:xfrm>
            <a:off x="697627" y="147481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Qualitative Results: Depth and Opacity 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CDD768-5C46-D1D8-8390-08D11237CB45}"/>
              </a:ext>
            </a:extLst>
          </p:cNvPr>
          <p:cNvGrpSpPr/>
          <p:nvPr/>
        </p:nvGrpSpPr>
        <p:grpSpPr>
          <a:xfrm>
            <a:off x="874729" y="1088775"/>
            <a:ext cx="9783439" cy="4505780"/>
            <a:chOff x="196303" y="1088775"/>
            <a:chExt cx="11169864" cy="495401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EE91B1-7D56-7A5D-0F95-106AF7D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303" y="1597760"/>
              <a:ext cx="4768987" cy="3828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DAA7AD9-ADF0-75A2-DA37-0E8DC4E77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2454" y="1088775"/>
              <a:ext cx="5843713" cy="495401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62B4184-1BBD-0C26-1402-7645C44EF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64" y="5763366"/>
            <a:ext cx="10898121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4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24686-E6FC-C0B5-E60C-668BCB0D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6B2EA6-407A-4C99-EA3E-229159640F30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4E1CA29-E6BE-8B8E-82DF-D376AAD63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9CC1FDE-B12C-28E2-C495-474AA7B619CF}"/>
                  </a:ext>
                </a:extLst>
              </p:cNvPr>
              <p:cNvSpPr/>
              <p:nvPr/>
            </p:nvSpPr>
            <p:spPr>
              <a:xfrm>
                <a:off x="0" y="941295"/>
                <a:ext cx="12192000" cy="59167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r>
                  <a:rPr lang="en-US" dirty="0" err="1"/>
                  <a:t>esi</a:t>
                </a:r>
                <a:r>
                  <a:rPr lang="en-US" dirty="0"/>
                  <a:t> poles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9CC1FDE-B12C-28E2-C495-474AA7B61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295"/>
                <a:ext cx="12192000" cy="5916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855F85D-3784-4F78-1690-11A8A7182638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4B177A-B6C8-22EB-1A68-4BA620B1B076}"/>
              </a:ext>
            </a:extLst>
          </p:cNvPr>
          <p:cNvSpPr txBox="1"/>
          <p:nvPr/>
        </p:nvSpPr>
        <p:spPr>
          <a:xfrm>
            <a:off x="697627" y="147481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Already Working?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8CDC96-2F82-82E1-1506-EE100F4BB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27" b="41858"/>
          <a:stretch>
            <a:fillRect/>
          </a:stretch>
        </p:blipFill>
        <p:spPr>
          <a:xfrm>
            <a:off x="250845" y="1128420"/>
            <a:ext cx="10027526" cy="28834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AD53DDA-35B8-47EF-1157-72955BD9A1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65" y="4542414"/>
            <a:ext cx="10089406" cy="178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9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4264-9D41-CDA2-E529-735ED33D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F8C5FA-DCF7-A49F-6236-F9F52FAABF85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E0B7E7-ACFE-C538-5A7E-22CFB44C1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8D1F062-AAD1-4EC8-4A9A-5630D38ED1CC}"/>
                  </a:ext>
                </a:extLst>
              </p:cNvPr>
              <p:cNvSpPr/>
              <p:nvPr/>
            </p:nvSpPr>
            <p:spPr>
              <a:xfrm>
                <a:off x="0" y="941295"/>
                <a:ext cx="12192000" cy="59167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r>
                  <a:rPr lang="en-US" dirty="0" err="1"/>
                  <a:t>esi</a:t>
                </a:r>
                <a:r>
                  <a:rPr lang="en-US" dirty="0"/>
                  <a:t> poles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8D1F062-AAD1-4EC8-4A9A-5630D38ED1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41295"/>
                <a:ext cx="12192000" cy="5916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C37FC75-75EE-1671-ACC5-91E72BD90696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F12248-1877-3B7B-F2D4-C2F7771F3244}"/>
              </a:ext>
            </a:extLst>
          </p:cNvPr>
          <p:cNvSpPr txBox="1"/>
          <p:nvPr/>
        </p:nvSpPr>
        <p:spPr>
          <a:xfrm>
            <a:off x="697627" y="147481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Diagnostics and Debugging 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B92B3-70C4-027E-33B2-8F64B9F2D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48" y="1333730"/>
            <a:ext cx="10164594" cy="3305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2AF572-E72C-BF57-0302-28F1BB176554}"/>
              </a:ext>
            </a:extLst>
          </p:cNvPr>
          <p:cNvSpPr txBox="1"/>
          <p:nvPr/>
        </p:nvSpPr>
        <p:spPr>
          <a:xfrm>
            <a:off x="3106993" y="4639366"/>
            <a:ext cx="2819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Sigma along a selected ray</a:t>
            </a:r>
          </a:p>
        </p:txBody>
      </p:sp>
    </p:spTree>
    <p:extLst>
      <p:ext uri="{BB962C8B-B14F-4D97-AF65-F5344CB8AC3E}">
        <p14:creationId xmlns:p14="http://schemas.microsoft.com/office/powerpoint/2010/main" val="1608996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27E76-C5FB-F946-2409-BA3424C9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F4B744-FF6C-A4B3-72E6-E0754E8A421A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F1B0A1A-EB03-3EB3-5B8C-2385EE638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1CAB30-6C9F-8BF2-B04F-6131E447C140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</a:t>
            </a:r>
            <a:r>
              <a:rPr lang="en-US" dirty="0"/>
              <a:t> poles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42C33-20DC-0EA1-558B-4860CBCF6627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87ACD5-8022-B22E-E348-1DF3BD221C02}"/>
              </a:ext>
            </a:extLst>
          </p:cNvPr>
          <p:cNvSpPr txBox="1"/>
          <p:nvPr/>
        </p:nvSpPr>
        <p:spPr>
          <a:xfrm>
            <a:off x="697627" y="147481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Still Missing for </a:t>
            </a:r>
            <a:r>
              <a:rPr lang="en-US" sz="3600" dirty="0" err="1">
                <a:solidFill>
                  <a:schemeClr val="bg1"/>
                </a:solidFill>
              </a:rPr>
              <a:t>NeRF</a:t>
            </a:r>
            <a:r>
              <a:rPr lang="en-US" sz="3600" dirty="0">
                <a:solidFill>
                  <a:schemeClr val="bg1"/>
                </a:solidFill>
              </a:rPr>
              <a:t>-SLAM?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3958E8-546E-57F3-051A-E48D8C7AC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180"/>
          <a:stretch>
            <a:fillRect/>
          </a:stretch>
        </p:blipFill>
        <p:spPr>
          <a:xfrm>
            <a:off x="522303" y="1227779"/>
            <a:ext cx="10477259" cy="30298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3A1169-9837-CDAA-3939-12E9B71CE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03" y="4377378"/>
            <a:ext cx="10317284" cy="198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18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B2FF-DF7E-88B2-5497-5DA3976A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65A46B-FD7B-2DC9-32E7-FC557F80C9EC}"/>
              </a:ext>
            </a:extLst>
          </p:cNvPr>
          <p:cNvSpPr/>
          <p:nvPr/>
        </p:nvSpPr>
        <p:spPr>
          <a:xfrm>
            <a:off x="0" y="0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0B6E36B-230A-850F-C20E-92DF4DB61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1CB5E0-1298-C153-39D0-FA2C63132DF7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</a:t>
            </a:r>
            <a:r>
              <a:rPr lang="en-US" dirty="0"/>
              <a:t> poles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892EA-A699-DBF4-AC99-53DE3BD08690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C08016-DC44-C58A-2F25-340C12F7CDE2}"/>
              </a:ext>
            </a:extLst>
          </p:cNvPr>
          <p:cNvSpPr txBox="1"/>
          <p:nvPr/>
        </p:nvSpPr>
        <p:spPr>
          <a:xfrm>
            <a:off x="697627" y="147481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Next steps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90078E-40BD-B949-09BF-8CA1A850A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6"/>
          <a:stretch>
            <a:fillRect/>
          </a:stretch>
        </p:blipFill>
        <p:spPr>
          <a:xfrm>
            <a:off x="540773" y="2498634"/>
            <a:ext cx="10155497" cy="141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64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12C4-47F7-E0A8-734B-0DDBF1EF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7C0D9A-D71E-6FEE-E49C-9CB914B1570B}"/>
              </a:ext>
            </a:extLst>
          </p:cNvPr>
          <p:cNvSpPr/>
          <p:nvPr/>
        </p:nvSpPr>
        <p:spPr>
          <a:xfrm>
            <a:off x="0" y="23874"/>
            <a:ext cx="12192000" cy="94129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9B76BA5-1D39-0CFF-76CC-6E547DB04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46" y="15325"/>
            <a:ext cx="995083" cy="925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997AD6-97DE-CEBB-CE3F-7C2F25D761D2}"/>
              </a:ext>
            </a:extLst>
          </p:cNvPr>
          <p:cNvSpPr/>
          <p:nvPr/>
        </p:nvSpPr>
        <p:spPr>
          <a:xfrm>
            <a:off x="0" y="956619"/>
            <a:ext cx="12192000" cy="5916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</a:t>
            </a:r>
            <a:r>
              <a:rPr lang="en-US" dirty="0"/>
              <a:t> poles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B9F93C-9313-4437-D0ED-7681A89FF296}"/>
              </a:ext>
            </a:extLst>
          </p:cNvPr>
          <p:cNvSpPr txBox="1"/>
          <p:nvPr/>
        </p:nvSpPr>
        <p:spPr>
          <a:xfrm>
            <a:off x="11808295" y="6544525"/>
            <a:ext cx="54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5513C-F0BA-E35D-54BA-2D785158CE62}"/>
              </a:ext>
            </a:extLst>
          </p:cNvPr>
          <p:cNvSpPr txBox="1"/>
          <p:nvPr/>
        </p:nvSpPr>
        <p:spPr>
          <a:xfrm>
            <a:off x="697627" y="147481"/>
            <a:ext cx="919096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Conclusion</a:t>
            </a:r>
            <a:endParaRPr lang="en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209F54-F3B1-A2BE-E404-EA0201FCE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41" y="1503257"/>
            <a:ext cx="10087118" cy="450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23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65F3-675B-5215-2B81-73BAAEB5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صورة 41">
            <a:extLst>
              <a:ext uri="{FF2B5EF4-FFF2-40B4-BE49-F238E27FC236}">
                <a16:creationId xmlns:a16="http://schemas.microsoft.com/office/drawing/2014/main" id="{D20E8970-783B-CB8A-A6F6-905F33F8F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" r="87"/>
          <a:stretch/>
        </p:blipFill>
        <p:spPr>
          <a:xfrm>
            <a:off x="-1" y="-1"/>
            <a:ext cx="14182166" cy="7557248"/>
          </a:xfrm>
          <a:prstGeom prst="rect">
            <a:avLst/>
          </a:prstGeom>
        </p:spPr>
      </p:pic>
      <p:sp>
        <p:nvSpPr>
          <p:cNvPr id="19" name="شكل حر: شكل 18">
            <a:extLst>
              <a:ext uri="{FF2B5EF4-FFF2-40B4-BE49-F238E27FC236}">
                <a16:creationId xmlns:a16="http://schemas.microsoft.com/office/drawing/2014/main" id="{134E2D84-A3FB-D302-DF7C-718830ADC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6285434 w 12192000"/>
              <a:gd name="connsiteY0" fmla="*/ 2244922 h 6858000"/>
              <a:gd name="connsiteX1" fmla="*/ 6211232 w 12192000"/>
              <a:gd name="connsiteY1" fmla="*/ 2245782 h 6858000"/>
              <a:gd name="connsiteX2" fmla="*/ 5874346 w 12192000"/>
              <a:gd name="connsiteY2" fmla="*/ 2376123 h 6858000"/>
              <a:gd name="connsiteX3" fmla="*/ 4470669 w 12192000"/>
              <a:gd name="connsiteY3" fmla="*/ 3478217 h 6858000"/>
              <a:gd name="connsiteX4" fmla="*/ 4366254 w 12192000"/>
              <a:gd name="connsiteY4" fmla="*/ 4345774 h 6858000"/>
              <a:gd name="connsiteX5" fmla="*/ 5468346 w 12192000"/>
              <a:gd name="connsiteY5" fmla="*/ 5749450 h 6858000"/>
              <a:gd name="connsiteX6" fmla="*/ 6335903 w 12192000"/>
              <a:gd name="connsiteY6" fmla="*/ 5853865 h 6858000"/>
              <a:gd name="connsiteX7" fmla="*/ 7739580 w 12192000"/>
              <a:gd name="connsiteY7" fmla="*/ 4751772 h 6858000"/>
              <a:gd name="connsiteX8" fmla="*/ 7843996 w 12192000"/>
              <a:gd name="connsiteY8" fmla="*/ 3884216 h 6858000"/>
              <a:gd name="connsiteX9" fmla="*/ 6741903 w 12192000"/>
              <a:gd name="connsiteY9" fmla="*/ 2480539 h 6858000"/>
              <a:gd name="connsiteX10" fmla="*/ 6285434 w 12192000"/>
              <a:gd name="connsiteY10" fmla="*/ 2244922 h 6858000"/>
              <a:gd name="connsiteX11" fmla="*/ 2188409 w 12192000"/>
              <a:gd name="connsiteY11" fmla="*/ 2244922 h 6858000"/>
              <a:gd name="connsiteX12" fmla="*/ 2114205 w 12192000"/>
              <a:gd name="connsiteY12" fmla="*/ 2245783 h 6858000"/>
              <a:gd name="connsiteX13" fmla="*/ 1777320 w 12192000"/>
              <a:gd name="connsiteY13" fmla="*/ 2376124 h 6858000"/>
              <a:gd name="connsiteX14" fmla="*/ 373643 w 12192000"/>
              <a:gd name="connsiteY14" fmla="*/ 3478217 h 6858000"/>
              <a:gd name="connsiteX15" fmla="*/ 269227 w 12192000"/>
              <a:gd name="connsiteY15" fmla="*/ 4345774 h 6858000"/>
              <a:gd name="connsiteX16" fmla="*/ 1371320 w 12192000"/>
              <a:gd name="connsiteY16" fmla="*/ 5749450 h 6858000"/>
              <a:gd name="connsiteX17" fmla="*/ 2238878 w 12192000"/>
              <a:gd name="connsiteY17" fmla="*/ 5853865 h 6858000"/>
              <a:gd name="connsiteX18" fmla="*/ 3642555 w 12192000"/>
              <a:gd name="connsiteY18" fmla="*/ 4751772 h 6858000"/>
              <a:gd name="connsiteX19" fmla="*/ 3746970 w 12192000"/>
              <a:gd name="connsiteY19" fmla="*/ 3884216 h 6858000"/>
              <a:gd name="connsiteX20" fmla="*/ 2644877 w 12192000"/>
              <a:gd name="connsiteY20" fmla="*/ 2480540 h 6858000"/>
              <a:gd name="connsiteX21" fmla="*/ 2188409 w 12192000"/>
              <a:gd name="connsiteY21" fmla="*/ 2244922 h 6858000"/>
              <a:gd name="connsiteX22" fmla="*/ 10382462 w 12192000"/>
              <a:gd name="connsiteY22" fmla="*/ 2244922 h 6858000"/>
              <a:gd name="connsiteX23" fmla="*/ 10308259 w 12192000"/>
              <a:gd name="connsiteY23" fmla="*/ 2245782 h 6858000"/>
              <a:gd name="connsiteX24" fmla="*/ 9971373 w 12192000"/>
              <a:gd name="connsiteY24" fmla="*/ 2376123 h 6858000"/>
              <a:gd name="connsiteX25" fmla="*/ 8567696 w 12192000"/>
              <a:gd name="connsiteY25" fmla="*/ 3478216 h 6858000"/>
              <a:gd name="connsiteX26" fmla="*/ 8463280 w 12192000"/>
              <a:gd name="connsiteY26" fmla="*/ 4345773 h 6858000"/>
              <a:gd name="connsiteX27" fmla="*/ 9565373 w 12192000"/>
              <a:gd name="connsiteY27" fmla="*/ 5749450 h 6858000"/>
              <a:gd name="connsiteX28" fmla="*/ 10432931 w 12192000"/>
              <a:gd name="connsiteY28" fmla="*/ 5853865 h 6858000"/>
              <a:gd name="connsiteX29" fmla="*/ 11836608 w 12192000"/>
              <a:gd name="connsiteY29" fmla="*/ 4751772 h 6858000"/>
              <a:gd name="connsiteX30" fmla="*/ 11941023 w 12192000"/>
              <a:gd name="connsiteY30" fmla="*/ 3884216 h 6858000"/>
              <a:gd name="connsiteX31" fmla="*/ 10838931 w 12192000"/>
              <a:gd name="connsiteY31" fmla="*/ 2480539 h 6858000"/>
              <a:gd name="connsiteX32" fmla="*/ 10382462 w 12192000"/>
              <a:gd name="connsiteY32" fmla="*/ 2244922 h 6858000"/>
              <a:gd name="connsiteX33" fmla="*/ 760726 w 12192000"/>
              <a:gd name="connsiteY33" fmla="*/ 0 h 6858000"/>
              <a:gd name="connsiteX34" fmla="*/ 3757188 w 12192000"/>
              <a:gd name="connsiteY34" fmla="*/ 0 h 6858000"/>
              <a:gd name="connsiteX35" fmla="*/ 2514684 w 12192000"/>
              <a:gd name="connsiteY35" fmla="*/ 975550 h 6858000"/>
              <a:gd name="connsiteX36" fmla="*/ 2410268 w 12192000"/>
              <a:gd name="connsiteY36" fmla="*/ 1843108 h 6858000"/>
              <a:gd name="connsiteX37" fmla="*/ 3512362 w 12192000"/>
              <a:gd name="connsiteY37" fmla="*/ 3246785 h 6858000"/>
              <a:gd name="connsiteX38" fmla="*/ 4379918 w 12192000"/>
              <a:gd name="connsiteY38" fmla="*/ 3351201 h 6858000"/>
              <a:gd name="connsiteX39" fmla="*/ 5783595 w 12192000"/>
              <a:gd name="connsiteY39" fmla="*/ 2249107 h 6858000"/>
              <a:gd name="connsiteX40" fmla="*/ 5888011 w 12192000"/>
              <a:gd name="connsiteY40" fmla="*/ 1381550 h 6858000"/>
              <a:gd name="connsiteX41" fmla="*/ 4803291 w 12192000"/>
              <a:gd name="connsiteY41" fmla="*/ 0 h 6858000"/>
              <a:gd name="connsiteX42" fmla="*/ 7824492 w 12192000"/>
              <a:gd name="connsiteY42" fmla="*/ 0 h 6858000"/>
              <a:gd name="connsiteX43" fmla="*/ 6581986 w 12192000"/>
              <a:gd name="connsiteY43" fmla="*/ 975550 h 6858000"/>
              <a:gd name="connsiteX44" fmla="*/ 6477571 w 12192000"/>
              <a:gd name="connsiteY44" fmla="*/ 1843108 h 6858000"/>
              <a:gd name="connsiteX45" fmla="*/ 7579664 w 12192000"/>
              <a:gd name="connsiteY45" fmla="*/ 3246784 h 6858000"/>
              <a:gd name="connsiteX46" fmla="*/ 8447221 w 12192000"/>
              <a:gd name="connsiteY46" fmla="*/ 3351200 h 6858000"/>
              <a:gd name="connsiteX47" fmla="*/ 9850898 w 12192000"/>
              <a:gd name="connsiteY47" fmla="*/ 2249107 h 6858000"/>
              <a:gd name="connsiteX48" fmla="*/ 9955314 w 12192000"/>
              <a:gd name="connsiteY48" fmla="*/ 1381549 h 6858000"/>
              <a:gd name="connsiteX49" fmla="*/ 8870595 w 12192000"/>
              <a:gd name="connsiteY49" fmla="*/ 0 h 6858000"/>
              <a:gd name="connsiteX50" fmla="*/ 11867055 w 12192000"/>
              <a:gd name="connsiteY50" fmla="*/ 0 h 6858000"/>
              <a:gd name="connsiteX51" fmla="*/ 10624551 w 12192000"/>
              <a:gd name="connsiteY51" fmla="*/ 975549 h 6858000"/>
              <a:gd name="connsiteX52" fmla="*/ 10520135 w 12192000"/>
              <a:gd name="connsiteY52" fmla="*/ 1843107 h 6858000"/>
              <a:gd name="connsiteX53" fmla="*/ 11622228 w 12192000"/>
              <a:gd name="connsiteY53" fmla="*/ 3246784 h 6858000"/>
              <a:gd name="connsiteX54" fmla="*/ 12152900 w 12192000"/>
              <a:gd name="connsiteY54" fmla="*/ 3481541 h 6858000"/>
              <a:gd name="connsiteX55" fmla="*/ 12192000 w 12192000"/>
              <a:gd name="connsiteY55" fmla="*/ 3474896 h 6858000"/>
              <a:gd name="connsiteX56" fmla="*/ 12192000 w 12192000"/>
              <a:gd name="connsiteY56" fmla="*/ 4683069 h 6858000"/>
              <a:gd name="connsiteX57" fmla="*/ 12141817 w 12192000"/>
              <a:gd name="connsiteY57" fmla="*/ 4690344 h 6858000"/>
              <a:gd name="connsiteX58" fmla="*/ 11893494 w 12192000"/>
              <a:gd name="connsiteY58" fmla="*/ 4807846 h 6858000"/>
              <a:gd name="connsiteX59" fmla="*/ 10489817 w 12192000"/>
              <a:gd name="connsiteY59" fmla="*/ 5909939 h 6858000"/>
              <a:gd name="connsiteX60" fmla="*/ 10385401 w 12192000"/>
              <a:gd name="connsiteY60" fmla="*/ 6777497 h 6858000"/>
              <a:gd name="connsiteX61" fmla="*/ 10448608 w 12192000"/>
              <a:gd name="connsiteY61" fmla="*/ 6858000 h 6858000"/>
              <a:gd name="connsiteX62" fmla="*/ 9929095 w 12192000"/>
              <a:gd name="connsiteY62" fmla="*/ 6858000 h 6858000"/>
              <a:gd name="connsiteX63" fmla="*/ 9948049 w 12192000"/>
              <a:gd name="connsiteY63" fmla="*/ 6771343 h 6858000"/>
              <a:gd name="connsiteX64" fmla="*/ 9820580 w 12192000"/>
              <a:gd name="connsiteY64" fmla="*/ 6315938 h 6858000"/>
              <a:gd name="connsiteX65" fmla="*/ 8718487 w 12192000"/>
              <a:gd name="connsiteY65" fmla="*/ 4912262 h 6858000"/>
              <a:gd name="connsiteX66" fmla="*/ 8262018 w 12192000"/>
              <a:gd name="connsiteY66" fmla="*/ 4676645 h 6858000"/>
              <a:gd name="connsiteX67" fmla="*/ 8187815 w 12192000"/>
              <a:gd name="connsiteY67" fmla="*/ 4677505 h 6858000"/>
              <a:gd name="connsiteX68" fmla="*/ 7850929 w 12192000"/>
              <a:gd name="connsiteY68" fmla="*/ 4807846 h 6858000"/>
              <a:gd name="connsiteX69" fmla="*/ 6447252 w 12192000"/>
              <a:gd name="connsiteY69" fmla="*/ 5909939 h 6858000"/>
              <a:gd name="connsiteX70" fmla="*/ 6342837 w 12192000"/>
              <a:gd name="connsiteY70" fmla="*/ 6777497 h 6858000"/>
              <a:gd name="connsiteX71" fmla="*/ 6406044 w 12192000"/>
              <a:gd name="connsiteY71" fmla="*/ 6858000 h 6858000"/>
              <a:gd name="connsiteX72" fmla="*/ 5861792 w 12192000"/>
              <a:gd name="connsiteY72" fmla="*/ 6858000 h 6858000"/>
              <a:gd name="connsiteX73" fmla="*/ 5880746 w 12192000"/>
              <a:gd name="connsiteY73" fmla="*/ 6771343 h 6858000"/>
              <a:gd name="connsiteX74" fmla="*/ 5753276 w 12192000"/>
              <a:gd name="connsiteY74" fmla="*/ 6315939 h 6858000"/>
              <a:gd name="connsiteX75" fmla="*/ 4651184 w 12192000"/>
              <a:gd name="connsiteY75" fmla="*/ 4912262 h 6858000"/>
              <a:gd name="connsiteX76" fmla="*/ 4194716 w 12192000"/>
              <a:gd name="connsiteY76" fmla="*/ 4676646 h 6858000"/>
              <a:gd name="connsiteX77" fmla="*/ 4120512 w 12192000"/>
              <a:gd name="connsiteY77" fmla="*/ 4677505 h 6858000"/>
              <a:gd name="connsiteX78" fmla="*/ 3783627 w 12192000"/>
              <a:gd name="connsiteY78" fmla="*/ 4807846 h 6858000"/>
              <a:gd name="connsiteX79" fmla="*/ 2379950 w 12192000"/>
              <a:gd name="connsiteY79" fmla="*/ 5909940 h 6858000"/>
              <a:gd name="connsiteX80" fmla="*/ 2275534 w 12192000"/>
              <a:gd name="connsiteY80" fmla="*/ 6777497 h 6858000"/>
              <a:gd name="connsiteX81" fmla="*/ 2338741 w 12192000"/>
              <a:gd name="connsiteY81" fmla="*/ 6858000 h 6858000"/>
              <a:gd name="connsiteX82" fmla="*/ 1819227 w 12192000"/>
              <a:gd name="connsiteY82" fmla="*/ 6858000 h 6858000"/>
              <a:gd name="connsiteX83" fmla="*/ 1838181 w 12192000"/>
              <a:gd name="connsiteY83" fmla="*/ 6771343 h 6858000"/>
              <a:gd name="connsiteX84" fmla="*/ 1710712 w 12192000"/>
              <a:gd name="connsiteY84" fmla="*/ 6315939 h 6858000"/>
              <a:gd name="connsiteX85" fmla="*/ 608619 w 12192000"/>
              <a:gd name="connsiteY85" fmla="*/ 4912262 h 6858000"/>
              <a:gd name="connsiteX86" fmla="*/ 152151 w 12192000"/>
              <a:gd name="connsiteY86" fmla="*/ 4676646 h 6858000"/>
              <a:gd name="connsiteX87" fmla="*/ 77948 w 12192000"/>
              <a:gd name="connsiteY87" fmla="*/ 4677505 h 6858000"/>
              <a:gd name="connsiteX88" fmla="*/ 0 w 12192000"/>
              <a:gd name="connsiteY88" fmla="*/ 4688804 h 6858000"/>
              <a:gd name="connsiteX89" fmla="*/ 0 w 12192000"/>
              <a:gd name="connsiteY89" fmla="*/ 3481530 h 6858000"/>
              <a:gd name="connsiteX90" fmla="*/ 468 w 12192000"/>
              <a:gd name="connsiteY90" fmla="*/ 3481541 h 6858000"/>
              <a:gd name="connsiteX91" fmla="*/ 337354 w 12192000"/>
              <a:gd name="connsiteY91" fmla="*/ 3351201 h 6858000"/>
              <a:gd name="connsiteX92" fmla="*/ 1741031 w 12192000"/>
              <a:gd name="connsiteY92" fmla="*/ 2249108 h 6858000"/>
              <a:gd name="connsiteX93" fmla="*/ 1845446 w 12192000"/>
              <a:gd name="connsiteY93" fmla="*/ 13815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12192000" h="6858000">
                <a:moveTo>
                  <a:pt x="6285434" y="2244922"/>
                </a:moveTo>
                <a:cubicBezTo>
                  <a:pt x="6260744" y="2243730"/>
                  <a:pt x="6235962" y="2244012"/>
                  <a:pt x="6211232" y="2245782"/>
                </a:cubicBezTo>
                <a:cubicBezTo>
                  <a:pt x="6092525" y="2254281"/>
                  <a:pt x="5974997" y="2297097"/>
                  <a:pt x="5874346" y="2376123"/>
                </a:cubicBezTo>
                <a:lnTo>
                  <a:pt x="4470669" y="3478217"/>
                </a:lnTo>
                <a:cubicBezTo>
                  <a:pt x="4202266" y="3688952"/>
                  <a:pt x="4155518" y="4077372"/>
                  <a:pt x="4366254" y="4345774"/>
                </a:cubicBezTo>
                <a:lnTo>
                  <a:pt x="5468346" y="5749450"/>
                </a:lnTo>
                <a:cubicBezTo>
                  <a:pt x="5679082" y="6017853"/>
                  <a:pt x="6067501" y="6064602"/>
                  <a:pt x="6335903" y="5853865"/>
                </a:cubicBezTo>
                <a:lnTo>
                  <a:pt x="7739580" y="4751772"/>
                </a:lnTo>
                <a:cubicBezTo>
                  <a:pt x="8007983" y="4541037"/>
                  <a:pt x="8054731" y="4152617"/>
                  <a:pt x="7843996" y="3884216"/>
                </a:cubicBezTo>
                <a:lnTo>
                  <a:pt x="6741903" y="2480539"/>
                </a:lnTo>
                <a:cubicBezTo>
                  <a:pt x="6626657" y="2333755"/>
                  <a:pt x="6458271" y="2253263"/>
                  <a:pt x="6285434" y="2244922"/>
                </a:cubicBezTo>
                <a:close/>
                <a:moveTo>
                  <a:pt x="2188409" y="2244922"/>
                </a:moveTo>
                <a:cubicBezTo>
                  <a:pt x="2163719" y="2243731"/>
                  <a:pt x="2138936" y="2244012"/>
                  <a:pt x="2114205" y="2245783"/>
                </a:cubicBezTo>
                <a:cubicBezTo>
                  <a:pt x="1995499" y="2254281"/>
                  <a:pt x="1877970" y="2297097"/>
                  <a:pt x="1777320" y="2376124"/>
                </a:cubicBezTo>
                <a:lnTo>
                  <a:pt x="373643" y="3478217"/>
                </a:lnTo>
                <a:cubicBezTo>
                  <a:pt x="105240" y="3688953"/>
                  <a:pt x="58492" y="4077371"/>
                  <a:pt x="269227" y="4345774"/>
                </a:cubicBezTo>
                <a:lnTo>
                  <a:pt x="1371320" y="5749450"/>
                </a:lnTo>
                <a:cubicBezTo>
                  <a:pt x="1582056" y="6017853"/>
                  <a:pt x="1970475" y="6064602"/>
                  <a:pt x="2238878" y="5853865"/>
                </a:cubicBezTo>
                <a:lnTo>
                  <a:pt x="3642555" y="4751772"/>
                </a:lnTo>
                <a:cubicBezTo>
                  <a:pt x="3910957" y="4541037"/>
                  <a:pt x="3957706" y="4152617"/>
                  <a:pt x="3746970" y="3884216"/>
                </a:cubicBezTo>
                <a:lnTo>
                  <a:pt x="2644877" y="2480540"/>
                </a:lnTo>
                <a:cubicBezTo>
                  <a:pt x="2529631" y="2333755"/>
                  <a:pt x="2361244" y="2253264"/>
                  <a:pt x="2188409" y="2244922"/>
                </a:cubicBezTo>
                <a:close/>
                <a:moveTo>
                  <a:pt x="10382462" y="2244922"/>
                </a:moveTo>
                <a:cubicBezTo>
                  <a:pt x="10357771" y="2243731"/>
                  <a:pt x="10332990" y="2244012"/>
                  <a:pt x="10308259" y="2245782"/>
                </a:cubicBezTo>
                <a:cubicBezTo>
                  <a:pt x="10189552" y="2254280"/>
                  <a:pt x="10072024" y="2297097"/>
                  <a:pt x="9971373" y="2376123"/>
                </a:cubicBezTo>
                <a:lnTo>
                  <a:pt x="8567696" y="3478216"/>
                </a:lnTo>
                <a:cubicBezTo>
                  <a:pt x="8299293" y="3688952"/>
                  <a:pt x="8252545" y="4077371"/>
                  <a:pt x="8463280" y="4345773"/>
                </a:cubicBezTo>
                <a:lnTo>
                  <a:pt x="9565373" y="5749450"/>
                </a:lnTo>
                <a:cubicBezTo>
                  <a:pt x="9776109" y="6017854"/>
                  <a:pt x="10164528" y="6064601"/>
                  <a:pt x="10432931" y="5853865"/>
                </a:cubicBezTo>
                <a:lnTo>
                  <a:pt x="11836608" y="4751772"/>
                </a:lnTo>
                <a:cubicBezTo>
                  <a:pt x="12105011" y="4541037"/>
                  <a:pt x="12151758" y="4152617"/>
                  <a:pt x="11941023" y="3884216"/>
                </a:cubicBezTo>
                <a:lnTo>
                  <a:pt x="10838931" y="2480539"/>
                </a:lnTo>
                <a:cubicBezTo>
                  <a:pt x="10723685" y="2333756"/>
                  <a:pt x="10555299" y="2253264"/>
                  <a:pt x="10382462" y="2244922"/>
                </a:cubicBezTo>
                <a:close/>
                <a:moveTo>
                  <a:pt x="760726" y="0"/>
                </a:moveTo>
                <a:lnTo>
                  <a:pt x="3757188" y="0"/>
                </a:lnTo>
                <a:lnTo>
                  <a:pt x="2514684" y="975550"/>
                </a:lnTo>
                <a:cubicBezTo>
                  <a:pt x="2246281" y="1186286"/>
                  <a:pt x="2199533" y="1574705"/>
                  <a:pt x="2410268" y="1843108"/>
                </a:cubicBezTo>
                <a:lnTo>
                  <a:pt x="3512362" y="3246785"/>
                </a:lnTo>
                <a:cubicBezTo>
                  <a:pt x="3723097" y="3515187"/>
                  <a:pt x="4111516" y="3561935"/>
                  <a:pt x="4379918" y="3351201"/>
                </a:cubicBezTo>
                <a:lnTo>
                  <a:pt x="5783595" y="2249107"/>
                </a:lnTo>
                <a:cubicBezTo>
                  <a:pt x="6051997" y="2038372"/>
                  <a:pt x="6098746" y="1649952"/>
                  <a:pt x="5888011" y="1381550"/>
                </a:cubicBezTo>
                <a:lnTo>
                  <a:pt x="4803291" y="0"/>
                </a:lnTo>
                <a:lnTo>
                  <a:pt x="7824492" y="0"/>
                </a:lnTo>
                <a:lnTo>
                  <a:pt x="6581986" y="975550"/>
                </a:lnTo>
                <a:cubicBezTo>
                  <a:pt x="6313584" y="1186286"/>
                  <a:pt x="6266835" y="1574705"/>
                  <a:pt x="6477571" y="1843108"/>
                </a:cubicBezTo>
                <a:lnTo>
                  <a:pt x="7579664" y="3246784"/>
                </a:lnTo>
                <a:cubicBezTo>
                  <a:pt x="7790399" y="3515187"/>
                  <a:pt x="8178819" y="3561936"/>
                  <a:pt x="8447221" y="3351200"/>
                </a:cubicBezTo>
                <a:lnTo>
                  <a:pt x="9850898" y="2249107"/>
                </a:lnTo>
                <a:cubicBezTo>
                  <a:pt x="10119301" y="2038371"/>
                  <a:pt x="10166050" y="1649952"/>
                  <a:pt x="9955314" y="1381549"/>
                </a:cubicBezTo>
                <a:lnTo>
                  <a:pt x="8870595" y="0"/>
                </a:lnTo>
                <a:lnTo>
                  <a:pt x="11867055" y="0"/>
                </a:lnTo>
                <a:lnTo>
                  <a:pt x="10624551" y="975549"/>
                </a:lnTo>
                <a:cubicBezTo>
                  <a:pt x="10356147" y="1186285"/>
                  <a:pt x="10309400" y="1574705"/>
                  <a:pt x="10520135" y="1843107"/>
                </a:cubicBezTo>
                <a:lnTo>
                  <a:pt x="11622228" y="3246784"/>
                </a:lnTo>
                <a:cubicBezTo>
                  <a:pt x="11753938" y="3414536"/>
                  <a:pt x="11955055" y="3495704"/>
                  <a:pt x="12152900" y="3481541"/>
                </a:cubicBezTo>
                <a:lnTo>
                  <a:pt x="12192000" y="3474896"/>
                </a:lnTo>
                <a:lnTo>
                  <a:pt x="12192000" y="4683069"/>
                </a:lnTo>
                <a:lnTo>
                  <a:pt x="12141817" y="4690344"/>
                </a:lnTo>
                <a:cubicBezTo>
                  <a:pt x="12053964" y="4709675"/>
                  <a:pt x="11968982" y="4748577"/>
                  <a:pt x="11893494" y="4807846"/>
                </a:cubicBezTo>
                <a:lnTo>
                  <a:pt x="10489817" y="5909939"/>
                </a:lnTo>
                <a:cubicBezTo>
                  <a:pt x="10221414" y="6120675"/>
                  <a:pt x="10174666" y="6509094"/>
                  <a:pt x="10385401" y="6777497"/>
                </a:cubicBezTo>
                <a:lnTo>
                  <a:pt x="10448608" y="6858000"/>
                </a:lnTo>
                <a:lnTo>
                  <a:pt x="9929095" y="6858000"/>
                </a:lnTo>
                <a:lnTo>
                  <a:pt x="9948049" y="6771343"/>
                </a:lnTo>
                <a:cubicBezTo>
                  <a:pt x="9966944" y="6614345"/>
                  <a:pt x="9925947" y="6450140"/>
                  <a:pt x="9820580" y="6315938"/>
                </a:cubicBezTo>
                <a:lnTo>
                  <a:pt x="8718487" y="4912262"/>
                </a:lnTo>
                <a:cubicBezTo>
                  <a:pt x="8603241" y="4765479"/>
                  <a:pt x="8434853" y="4684987"/>
                  <a:pt x="8262018" y="4676645"/>
                </a:cubicBezTo>
                <a:cubicBezTo>
                  <a:pt x="8237328" y="4675454"/>
                  <a:pt x="8212546" y="4675734"/>
                  <a:pt x="8187815" y="4677505"/>
                </a:cubicBezTo>
                <a:cubicBezTo>
                  <a:pt x="8069109" y="4686003"/>
                  <a:pt x="7951580" y="4728820"/>
                  <a:pt x="7850929" y="4807846"/>
                </a:cubicBezTo>
                <a:lnTo>
                  <a:pt x="6447252" y="5909939"/>
                </a:lnTo>
                <a:cubicBezTo>
                  <a:pt x="6178849" y="6120675"/>
                  <a:pt x="6132100" y="6509094"/>
                  <a:pt x="6342837" y="6777497"/>
                </a:cubicBezTo>
                <a:lnTo>
                  <a:pt x="6406044" y="6858000"/>
                </a:lnTo>
                <a:lnTo>
                  <a:pt x="5861792" y="6858000"/>
                </a:lnTo>
                <a:lnTo>
                  <a:pt x="5880746" y="6771343"/>
                </a:lnTo>
                <a:cubicBezTo>
                  <a:pt x="5899641" y="6614345"/>
                  <a:pt x="5858644" y="6450140"/>
                  <a:pt x="5753276" y="6315939"/>
                </a:cubicBezTo>
                <a:lnTo>
                  <a:pt x="4651184" y="4912262"/>
                </a:lnTo>
                <a:cubicBezTo>
                  <a:pt x="4535938" y="4765479"/>
                  <a:pt x="4367552" y="4684987"/>
                  <a:pt x="4194716" y="4676646"/>
                </a:cubicBezTo>
                <a:cubicBezTo>
                  <a:pt x="4170025" y="4675454"/>
                  <a:pt x="4145243" y="4675735"/>
                  <a:pt x="4120512" y="4677505"/>
                </a:cubicBezTo>
                <a:cubicBezTo>
                  <a:pt x="4001806" y="4686004"/>
                  <a:pt x="3884277" y="4728820"/>
                  <a:pt x="3783627" y="4807846"/>
                </a:cubicBezTo>
                <a:lnTo>
                  <a:pt x="2379950" y="5909940"/>
                </a:lnTo>
                <a:cubicBezTo>
                  <a:pt x="2111547" y="6120674"/>
                  <a:pt x="2064798" y="6509095"/>
                  <a:pt x="2275534" y="6777497"/>
                </a:cubicBezTo>
                <a:lnTo>
                  <a:pt x="2338741" y="6858000"/>
                </a:lnTo>
                <a:lnTo>
                  <a:pt x="1819227" y="6858000"/>
                </a:lnTo>
                <a:lnTo>
                  <a:pt x="1838181" y="6771343"/>
                </a:lnTo>
                <a:cubicBezTo>
                  <a:pt x="1857077" y="6614346"/>
                  <a:pt x="1816080" y="6450141"/>
                  <a:pt x="1710712" y="6315939"/>
                </a:cubicBezTo>
                <a:lnTo>
                  <a:pt x="608619" y="4912262"/>
                </a:lnTo>
                <a:cubicBezTo>
                  <a:pt x="493373" y="4765480"/>
                  <a:pt x="324987" y="4684987"/>
                  <a:pt x="152151" y="4676646"/>
                </a:cubicBezTo>
                <a:cubicBezTo>
                  <a:pt x="127460" y="4675455"/>
                  <a:pt x="102678" y="4675735"/>
                  <a:pt x="77948" y="4677505"/>
                </a:cubicBezTo>
                <a:lnTo>
                  <a:pt x="0" y="4688804"/>
                </a:lnTo>
                <a:lnTo>
                  <a:pt x="0" y="3481530"/>
                </a:lnTo>
                <a:lnTo>
                  <a:pt x="468" y="3481541"/>
                </a:lnTo>
                <a:cubicBezTo>
                  <a:pt x="119174" y="3473044"/>
                  <a:pt x="236703" y="3430227"/>
                  <a:pt x="337354" y="3351201"/>
                </a:cubicBezTo>
                <a:lnTo>
                  <a:pt x="1741031" y="2249108"/>
                </a:lnTo>
                <a:cubicBezTo>
                  <a:pt x="2009434" y="2038372"/>
                  <a:pt x="2056182" y="1649953"/>
                  <a:pt x="1845446" y="138155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A" dirty="0"/>
          </a:p>
        </p:txBody>
      </p:sp>
      <p:sp>
        <p:nvSpPr>
          <p:cNvPr id="39" name="مستطيل: زوايا مستديرة 38">
            <a:extLst>
              <a:ext uri="{FF2B5EF4-FFF2-40B4-BE49-F238E27FC236}">
                <a16:creationId xmlns:a16="http://schemas.microsoft.com/office/drawing/2014/main" id="{330F778D-9268-DCB0-6688-F6FC261CA969}"/>
              </a:ext>
            </a:extLst>
          </p:cNvPr>
          <p:cNvSpPr/>
          <p:nvPr/>
        </p:nvSpPr>
        <p:spPr>
          <a:xfrm rot="19325984">
            <a:off x="4550384" y="2578327"/>
            <a:ext cx="3091231" cy="3044919"/>
          </a:xfrm>
          <a:prstGeom prst="roundRect">
            <a:avLst>
              <a:gd name="adj" fmla="val 19169"/>
            </a:avLst>
          </a:prstGeom>
          <a:gradFill flip="none" rotWithShape="1">
            <a:gsLst>
              <a:gs pos="5000">
                <a:srgbClr val="2E7D74"/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10800000" scaled="0"/>
            <a:tileRect/>
          </a:gradFill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D16A7650-94B2-3EF2-885B-80EFF36BE5B6}"/>
              </a:ext>
            </a:extLst>
          </p:cNvPr>
          <p:cNvSpPr txBox="1"/>
          <p:nvPr/>
        </p:nvSpPr>
        <p:spPr>
          <a:xfrm>
            <a:off x="4707874" y="2922807"/>
            <a:ext cx="2776250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</a:t>
            </a:r>
          </a:p>
          <a:p>
            <a:pPr algn="ctr"/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appreciate your time and attention.</a:t>
            </a:r>
          </a:p>
          <a:p>
            <a:pPr algn="ctr"/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I'm ready to take your questions.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ar-SA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23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4EC47E-32E3-4AF5-8B73-F920714AFE67}">
  <we:reference id="WA104381909" version="3.17.2.0" store="Omex" storeType="OMEX"/>
  <we:alternateReferences>
    <we:reference id="WA104381909" version="3.17.2.0" store="WA1043819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10859</TotalTime>
  <Words>195</Words>
  <Application>Microsoft Office PowerPoint</Application>
  <PresentationFormat>Widescreen</PresentationFormat>
  <Paragraphs>69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Hasan ALOTAIBI</dc:creator>
  <cp:lastModifiedBy>MUHAMMED ELYAMANI</cp:lastModifiedBy>
  <cp:revision>161</cp:revision>
  <dcterms:created xsi:type="dcterms:W3CDTF">2024-09-15T09:08:52Z</dcterms:created>
  <dcterms:modified xsi:type="dcterms:W3CDTF">2026-04-14T14:44:04Z</dcterms:modified>
</cp:coreProperties>
</file>